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7" r:id="rId8"/>
    <p:sldId id="266" r:id="rId9"/>
    <p:sldId id="259" r:id="rId10"/>
    <p:sldId id="260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C7DEA-36DB-3330-6126-D5705F4CE370}" v="2354" dt="2025-11-14T06:41:06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Ramirez" userId="S::marcosjr@nmsu.edu::14cf3117-ef39-4731-a73b-f6c6db18ee34" providerId="AD" clId="Web-{818C7DEA-36DB-3330-6126-D5705F4CE370}"/>
    <pc:docChg chg="addSld delSld modSld sldOrd">
      <pc:chgData name="Marcos Ramirez" userId="S::marcosjr@nmsu.edu::14cf3117-ef39-4731-a73b-f6c6db18ee34" providerId="AD" clId="Web-{818C7DEA-36DB-3330-6126-D5705F4CE370}" dt="2025-11-14T06:41:06.130" v="2381"/>
      <pc:docMkLst>
        <pc:docMk/>
      </pc:docMkLst>
      <pc:sldChg chg="addSp delSp modSp mod setBg">
        <pc:chgData name="Marcos Ramirez" userId="S::marcosjr@nmsu.edu::14cf3117-ef39-4731-a73b-f6c6db18ee34" providerId="AD" clId="Web-{818C7DEA-36DB-3330-6126-D5705F4CE370}" dt="2025-11-14T06:23:29.911" v="2188"/>
        <pc:sldMkLst>
          <pc:docMk/>
          <pc:sldMk cId="109857222" sldId="256"/>
        </pc:sldMkLst>
        <pc:spChg chg="mod">
          <ac:chgData name="Marcos Ramirez" userId="S::marcosjr@nmsu.edu::14cf3117-ef39-4731-a73b-f6c6db18ee34" providerId="AD" clId="Web-{818C7DEA-36DB-3330-6126-D5705F4CE370}" dt="2025-11-14T06:23:29.911" v="218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arcos Ramirez" userId="S::marcosjr@nmsu.edu::14cf3117-ef39-4731-a73b-f6c6db18ee34" providerId="AD" clId="Web-{818C7DEA-36DB-3330-6126-D5705F4CE370}" dt="2025-11-14T06:23:29.911" v="2188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Marcos Ramirez" userId="S::marcosjr@nmsu.edu::14cf3117-ef39-4731-a73b-f6c6db18ee34" providerId="AD" clId="Web-{818C7DEA-36DB-3330-6126-D5705F4CE370}" dt="2025-11-14T06:22:45.380" v="2186"/>
          <ac:spMkLst>
            <pc:docMk/>
            <pc:sldMk cId="109857222" sldId="256"/>
            <ac:spMk id="9" creationId="{04812C46-200A-4DEB-A05E-3ED6C68C2387}"/>
          </ac:spMkLst>
        </pc:spChg>
        <pc:spChg chg="add del">
          <ac:chgData name="Marcos Ramirez" userId="S::marcosjr@nmsu.edu::14cf3117-ef39-4731-a73b-f6c6db18ee34" providerId="AD" clId="Web-{818C7DEA-36DB-3330-6126-D5705F4CE370}" dt="2025-11-14T06:22:45.380" v="2186"/>
          <ac:spMkLst>
            <pc:docMk/>
            <pc:sldMk cId="109857222" sldId="256"/>
            <ac:spMk id="11" creationId="{D1EA859B-E555-4109-94F3-6700E046E008}"/>
          </ac:spMkLst>
        </pc:spChg>
        <pc:spChg chg="add del">
          <ac:chgData name="Marcos Ramirez" userId="S::marcosjr@nmsu.edu::14cf3117-ef39-4731-a73b-f6c6db18ee34" providerId="AD" clId="Web-{818C7DEA-36DB-3330-6126-D5705F4CE370}" dt="2025-11-14T06:23:29.911" v="2188"/>
          <ac:spMkLst>
            <pc:docMk/>
            <pc:sldMk cId="109857222" sldId="256"/>
            <ac:spMk id="13" creationId="{ECC07320-C2CA-4E29-8481-9D9E143C7788}"/>
          </ac:spMkLst>
        </pc:spChg>
        <pc:spChg chg="add del">
          <ac:chgData name="Marcos Ramirez" userId="S::marcosjr@nmsu.edu::14cf3117-ef39-4731-a73b-f6c6db18ee34" providerId="AD" clId="Web-{818C7DEA-36DB-3330-6126-D5705F4CE370}" dt="2025-11-14T06:23:29.911" v="2188"/>
          <ac:spMkLst>
            <pc:docMk/>
            <pc:sldMk cId="109857222" sldId="256"/>
            <ac:spMk id="15" creationId="{178FB36B-5BFE-42CA-BC60-1115E0D95EEC}"/>
          </ac:spMkLst>
        </pc:spChg>
        <pc:spChg chg="add">
          <ac:chgData name="Marcos Ramirez" userId="S::marcosjr@nmsu.edu::14cf3117-ef39-4731-a73b-f6c6db18ee34" providerId="AD" clId="Web-{818C7DEA-36DB-3330-6126-D5705F4CE370}" dt="2025-11-14T06:23:29.911" v="2188"/>
          <ac:spMkLst>
            <pc:docMk/>
            <pc:sldMk cId="109857222" sldId="256"/>
            <ac:spMk id="20" creationId="{C1DD1A8A-57D5-4A81-AD04-532B043C5611}"/>
          </ac:spMkLst>
        </pc:spChg>
        <pc:spChg chg="add">
          <ac:chgData name="Marcos Ramirez" userId="S::marcosjr@nmsu.edu::14cf3117-ef39-4731-a73b-f6c6db18ee34" providerId="AD" clId="Web-{818C7DEA-36DB-3330-6126-D5705F4CE370}" dt="2025-11-14T06:23:29.911" v="2188"/>
          <ac:spMkLst>
            <pc:docMk/>
            <pc:sldMk cId="109857222" sldId="256"/>
            <ac:spMk id="22" creationId="{007891EC-4501-44ED-A8C8-B11B6DB767AB}"/>
          </ac:spMkLst>
        </pc:spChg>
        <pc:picChg chg="add del">
          <ac:chgData name="Marcos Ramirez" userId="S::marcosjr@nmsu.edu::14cf3117-ef39-4731-a73b-f6c6db18ee34" providerId="AD" clId="Web-{818C7DEA-36DB-3330-6126-D5705F4CE370}" dt="2025-11-14T06:22:45.380" v="2186"/>
          <ac:picMkLst>
            <pc:docMk/>
            <pc:sldMk cId="109857222" sldId="256"/>
            <ac:picMk id="5" creationId="{803DAAE5-50B6-BDE3-C0F9-3BFB3C998278}"/>
          </ac:picMkLst>
        </pc:picChg>
        <pc:picChg chg="add mod">
          <ac:chgData name="Marcos Ramirez" userId="S::marcosjr@nmsu.edu::14cf3117-ef39-4731-a73b-f6c6db18ee34" providerId="AD" clId="Web-{818C7DEA-36DB-3330-6126-D5705F4CE370}" dt="2025-11-14T06:23:29.911" v="2188"/>
          <ac:picMkLst>
            <pc:docMk/>
            <pc:sldMk cId="109857222" sldId="256"/>
            <ac:picMk id="14" creationId="{CB6DFCC1-69FA-C435-A070-9BA095393CA7}"/>
          </ac:picMkLst>
        </pc:picChg>
      </pc:sldChg>
      <pc:sldChg chg="new del">
        <pc:chgData name="Marcos Ramirez" userId="S::marcosjr@nmsu.edu::14cf3117-ef39-4731-a73b-f6c6db18ee34" providerId="AD" clId="Web-{818C7DEA-36DB-3330-6126-D5705F4CE370}" dt="2025-11-14T04:02:19.388" v="1"/>
        <pc:sldMkLst>
          <pc:docMk/>
          <pc:sldMk cId="970026480" sldId="257"/>
        </pc:sldMkLst>
      </pc:sldChg>
      <pc:sldChg chg="addSp delSp modSp new mod setBg">
        <pc:chgData name="Marcos Ramirez" userId="S::marcosjr@nmsu.edu::14cf3117-ef39-4731-a73b-f6c6db18ee34" providerId="AD" clId="Web-{818C7DEA-36DB-3330-6126-D5705F4CE370}" dt="2025-11-14T06:24:03.068" v="2189"/>
        <pc:sldMkLst>
          <pc:docMk/>
          <pc:sldMk cId="4196428271" sldId="257"/>
        </pc:sldMkLst>
        <pc:spChg chg="mo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2" creationId="{F9E255C8-8DC1-17B1-4790-D151A4530E74}"/>
          </ac:spMkLst>
        </pc:spChg>
        <pc:spChg chg="add del mod">
          <ac:chgData name="Marcos Ramirez" userId="S::marcosjr@nmsu.edu::14cf3117-ef39-4731-a73b-f6c6db18ee34" providerId="AD" clId="Web-{818C7DEA-36DB-3330-6126-D5705F4CE370}" dt="2025-11-14T05:52:05.237" v="1784"/>
          <ac:spMkLst>
            <pc:docMk/>
            <pc:sldMk cId="4196428271" sldId="257"/>
            <ac:spMk id="3" creationId="{A2DC3F8A-6F8A-30C1-C3D6-1119591398C9}"/>
          </ac:spMkLst>
        </pc:spChg>
        <pc:spChg chg="del">
          <ac:chgData name="Marcos Ramirez" userId="S::marcosjr@nmsu.edu::14cf3117-ef39-4731-a73b-f6c6db18ee34" providerId="AD" clId="Web-{818C7DEA-36DB-3330-6126-D5705F4CE370}" dt="2025-11-14T04:14:46.505" v="125"/>
          <ac:spMkLst>
            <pc:docMk/>
            <pc:sldMk cId="4196428271" sldId="257"/>
            <ac:spMk id="4" creationId="{B4FE65D4-2727-8C78-E8AC-E36629B6ECC2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0.753" v="1781"/>
          <ac:spMkLst>
            <pc:docMk/>
            <pc:sldMk cId="4196428271" sldId="257"/>
            <ac:spMk id="12" creationId="{2CB962CF-61A3-4EF9-94F6-7C59B0329524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5.221" v="1783"/>
          <ac:spMkLst>
            <pc:docMk/>
            <pc:sldMk cId="4196428271" sldId="257"/>
            <ac:spMk id="14" creationId="{0990C621-3B8B-4820-8328-D47EF7CE823C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5.221" v="1783"/>
          <ac:spMkLst>
            <pc:docMk/>
            <pc:sldMk cId="4196428271" sldId="257"/>
            <ac:spMk id="16" creationId="{C1A2385B-1D2A-4E17-84FA-6CB7F0AAE473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0.753" v="1781"/>
          <ac:spMkLst>
            <pc:docMk/>
            <pc:sldMk cId="4196428271" sldId="257"/>
            <ac:spMk id="17" creationId="{A2DC3F8A-6F8A-30C1-C3D6-1119591398C9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5.221" v="1783"/>
          <ac:spMkLst>
            <pc:docMk/>
            <pc:sldMk cId="4196428271" sldId="257"/>
            <ac:spMk id="18" creationId="{5E791F2F-79DB-4CC0-9FA1-001E3E91E8B7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5.221" v="1783"/>
          <ac:spMkLst>
            <pc:docMk/>
            <pc:sldMk cId="4196428271" sldId="257"/>
            <ac:spMk id="19" creationId="{385E1BDC-A9B0-4A87-82E3-F3187F69A802}"/>
          </ac:spMkLst>
        </pc:spChg>
        <pc:spChg chg="add del">
          <ac:chgData name="Marcos Ramirez" userId="S::marcosjr@nmsu.edu::14cf3117-ef39-4731-a73b-f6c6db18ee34" providerId="AD" clId="Web-{818C7DEA-36DB-3330-6126-D5705F4CE370}" dt="2025-11-14T05:52:05.221" v="1783"/>
          <ac:spMkLst>
            <pc:docMk/>
            <pc:sldMk cId="4196428271" sldId="257"/>
            <ac:spMk id="20" creationId="{A2DC3F8A-6F8A-30C1-C3D6-1119591398C9}"/>
          </ac:spMkLst>
        </pc:spChg>
        <pc:spChg chg="add del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22" creationId="{69D47016-023F-44BD-981C-50E7A10A6609}"/>
          </ac:spMkLst>
        </pc:spChg>
        <pc:spChg chg="add del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23" creationId="{6D8B37B0-0682-433E-BC8D-498C04ABD9A7}"/>
          </ac:spMkLst>
        </pc:spChg>
        <pc:spChg chg="add mo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24" creationId="{A2DC3F8A-6F8A-30C1-C3D6-1119591398C9}"/>
          </ac:spMkLst>
        </pc:spChg>
        <pc:spChg chg="ad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29" creationId="{AAAE94E3-A7DB-4868-B1E3-E49703488BBC}"/>
          </ac:spMkLst>
        </pc:spChg>
        <pc:spChg chg="ad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35" creationId="{3873B707-463F-40B0-8227-E8CC6C67EB25}"/>
          </ac:spMkLst>
        </pc:spChg>
        <pc:spChg chg="ad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37" creationId="{C13237C8-E62C-4F0D-A318-BD6FB6C2D138}"/>
          </ac:spMkLst>
        </pc:spChg>
        <pc:spChg chg="ad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39" creationId="{19C9EAEA-39D0-4B0E-A0EB-51E7B26740B1}"/>
          </ac:spMkLst>
        </pc:spChg>
        <pc:spChg chg="add">
          <ac:chgData name="Marcos Ramirez" userId="S::marcosjr@nmsu.edu::14cf3117-ef39-4731-a73b-f6c6db18ee34" providerId="AD" clId="Web-{818C7DEA-36DB-3330-6126-D5705F4CE370}" dt="2025-11-14T06:24:03.068" v="2189"/>
          <ac:spMkLst>
            <pc:docMk/>
            <pc:sldMk cId="4196428271" sldId="257"/>
            <ac:spMk id="41" creationId="{8CB5D2D7-DF65-4E86-BFBA-FFB9B5ACEB64}"/>
          </ac:spMkLst>
        </pc:spChg>
        <pc:graphicFrameChg chg="add del">
          <ac:chgData name="Marcos Ramirez" userId="S::marcosjr@nmsu.edu::14cf3117-ef39-4731-a73b-f6c6db18ee34" providerId="AD" clId="Web-{818C7DEA-36DB-3330-6126-D5705F4CE370}" dt="2025-11-14T05:51:13.251" v="1773"/>
          <ac:graphicFrameMkLst>
            <pc:docMk/>
            <pc:sldMk cId="4196428271" sldId="257"/>
            <ac:graphicFrameMk id="9" creationId="{0F0215A8-D2A0-9DAD-FE0E-3230CCEF5BCC}"/>
          </ac:graphicFrameMkLst>
        </pc:graphicFrameChg>
        <pc:graphicFrameChg chg="add del">
          <ac:chgData name="Marcos Ramirez" userId="S::marcosjr@nmsu.edu::14cf3117-ef39-4731-a73b-f6c6db18ee34" providerId="AD" clId="Web-{818C7DEA-36DB-3330-6126-D5705F4CE370}" dt="2025-11-14T05:51:31.580" v="1775"/>
          <ac:graphicFrameMkLst>
            <pc:docMk/>
            <pc:sldMk cId="4196428271" sldId="257"/>
            <ac:graphicFrameMk id="11" creationId="{FF14F3AA-1B37-396B-E5D7-1C46173BE63E}"/>
          </ac:graphicFrameMkLst>
        </pc:graphicFrameChg>
        <pc:graphicFrameChg chg="add del">
          <ac:chgData name="Marcos Ramirez" userId="S::marcosjr@nmsu.edu::14cf3117-ef39-4731-a73b-f6c6db18ee34" providerId="AD" clId="Web-{818C7DEA-36DB-3330-6126-D5705F4CE370}" dt="2025-11-14T05:51:37.080" v="1777"/>
          <ac:graphicFrameMkLst>
            <pc:docMk/>
            <pc:sldMk cId="4196428271" sldId="257"/>
            <ac:graphicFrameMk id="13" creationId="{2BAF747B-5B8C-96A1-5CCF-55F7E31B2133}"/>
          </ac:graphicFrameMkLst>
        </pc:graphicFrameChg>
        <pc:graphicFrameChg chg="add del">
          <ac:chgData name="Marcos Ramirez" userId="S::marcosjr@nmsu.edu::14cf3117-ef39-4731-a73b-f6c6db18ee34" providerId="AD" clId="Web-{818C7DEA-36DB-3330-6126-D5705F4CE370}" dt="2025-11-14T05:51:50.252" v="1779"/>
          <ac:graphicFrameMkLst>
            <pc:docMk/>
            <pc:sldMk cId="4196428271" sldId="257"/>
            <ac:graphicFrameMk id="15" creationId="{C88DE5BA-8CA7-78C8-CE11-11405F84D70D}"/>
          </ac:graphicFrameMkLst>
        </pc:graphicFrameChg>
        <pc:picChg chg="add mod ord">
          <ac:chgData name="Marcos Ramirez" userId="S::marcosjr@nmsu.edu::14cf3117-ef39-4731-a73b-f6c6db18ee34" providerId="AD" clId="Web-{818C7DEA-36DB-3330-6126-D5705F4CE370}" dt="2025-11-14T05:52:05.237" v="1784"/>
          <ac:picMkLst>
            <pc:docMk/>
            <pc:sldMk cId="4196428271" sldId="257"/>
            <ac:picMk id="5" creationId="{86E34856-BDFD-951E-071B-D9BADEABC288}"/>
          </ac:picMkLst>
        </pc:picChg>
        <pc:picChg chg="add del mod ord">
          <ac:chgData name="Marcos Ramirez" userId="S::marcosjr@nmsu.edu::14cf3117-ef39-4731-a73b-f6c6db18ee34" providerId="AD" clId="Web-{818C7DEA-36DB-3330-6126-D5705F4CE370}" dt="2025-11-14T04:14:55.974" v="127"/>
          <ac:picMkLst>
            <pc:docMk/>
            <pc:sldMk cId="4196428271" sldId="257"/>
            <ac:picMk id="6" creationId="{F2B1209C-2570-765D-5CCB-5F0E0FD7F953}"/>
          </ac:picMkLst>
        </pc:picChg>
        <pc:picChg chg="add mod ord">
          <ac:chgData name="Marcos Ramirez" userId="S::marcosjr@nmsu.edu::14cf3117-ef39-4731-a73b-f6c6db18ee34" providerId="AD" clId="Web-{818C7DEA-36DB-3330-6126-D5705F4CE370}" dt="2025-11-14T06:24:03.068" v="2189"/>
          <ac:picMkLst>
            <pc:docMk/>
            <pc:sldMk cId="4196428271" sldId="257"/>
            <ac:picMk id="7" creationId="{2EB84D4E-C505-52DD-A469-C520D5ED1140}"/>
          </ac:picMkLst>
        </pc:picChg>
      </pc:sldChg>
      <pc:sldChg chg="addSp delSp modSp add replId">
        <pc:chgData name="Marcos Ramirez" userId="S::marcosjr@nmsu.edu::14cf3117-ef39-4731-a73b-f6c6db18ee34" providerId="AD" clId="Web-{818C7DEA-36DB-3330-6126-D5705F4CE370}" dt="2025-11-14T06:24:14.584" v="2191" actId="20577"/>
        <pc:sldMkLst>
          <pc:docMk/>
          <pc:sldMk cId="1642094970" sldId="258"/>
        </pc:sldMkLst>
        <pc:spChg chg="mod">
          <ac:chgData name="Marcos Ramirez" userId="S::marcosjr@nmsu.edu::14cf3117-ef39-4731-a73b-f6c6db18ee34" providerId="AD" clId="Web-{818C7DEA-36DB-3330-6126-D5705F4CE370}" dt="2025-11-14T06:24:14.584" v="2191" actId="20577"/>
          <ac:spMkLst>
            <pc:docMk/>
            <pc:sldMk cId="1642094970" sldId="258"/>
            <ac:spMk id="2" creationId="{D91F9941-FEAD-2DE3-165C-306F77B6A258}"/>
          </ac:spMkLst>
        </pc:spChg>
        <pc:spChg chg="del mod">
          <ac:chgData name="Marcos Ramirez" userId="S::marcosjr@nmsu.edu::14cf3117-ef39-4731-a73b-f6c6db18ee34" providerId="AD" clId="Web-{818C7DEA-36DB-3330-6126-D5705F4CE370}" dt="2025-11-14T05:55:03.897" v="1825"/>
          <ac:spMkLst>
            <pc:docMk/>
            <pc:sldMk cId="1642094970" sldId="258"/>
            <ac:spMk id="3" creationId="{43C3F428-9218-70B3-57F9-E64D953E0EA3}"/>
          </ac:spMkLst>
        </pc:spChg>
        <pc:spChg chg="mod">
          <ac:chgData name="Marcos Ramirez" userId="S::marcosjr@nmsu.edu::14cf3117-ef39-4731-a73b-f6c6db18ee34" providerId="AD" clId="Web-{818C7DEA-36DB-3330-6126-D5705F4CE370}" dt="2025-11-14T05:54:52.021" v="1824" actId="20577"/>
          <ac:spMkLst>
            <pc:docMk/>
            <pc:sldMk cId="1642094970" sldId="258"/>
            <ac:spMk id="4" creationId="{B59F2D75-1976-AABD-DF23-100472935607}"/>
          </ac:spMkLst>
        </pc:spChg>
        <pc:graphicFrameChg chg="add modGraphic">
          <ac:chgData name="Marcos Ramirez" userId="S::marcosjr@nmsu.edu::14cf3117-ef39-4731-a73b-f6c6db18ee34" providerId="AD" clId="Web-{818C7DEA-36DB-3330-6126-D5705F4CE370}" dt="2025-11-14T05:55:17.522" v="1828" actId="20577"/>
          <ac:graphicFrameMkLst>
            <pc:docMk/>
            <pc:sldMk cId="1642094970" sldId="258"/>
            <ac:graphicFrameMk id="6" creationId="{6F67C5B8-BE05-A40B-7004-412F86AB9106}"/>
          </ac:graphicFrameMkLst>
        </pc:graphicFrameChg>
      </pc:sldChg>
      <pc:sldChg chg="addSp delSp modSp add mod replId setBg">
        <pc:chgData name="Marcos Ramirez" userId="S::marcosjr@nmsu.edu::14cf3117-ef39-4731-a73b-f6c6db18ee34" providerId="AD" clId="Web-{818C7DEA-36DB-3330-6126-D5705F4CE370}" dt="2025-11-14T04:09:48.816" v="33"/>
        <pc:sldMkLst>
          <pc:docMk/>
          <pc:sldMk cId="1998878302" sldId="259"/>
        </pc:sldMkLst>
        <pc:spChg chg="mod">
          <ac:chgData name="Marcos Ramirez" userId="S::marcosjr@nmsu.edu::14cf3117-ef39-4731-a73b-f6c6db18ee34" providerId="AD" clId="Web-{818C7DEA-36DB-3330-6126-D5705F4CE370}" dt="2025-11-14T04:09:48.816" v="33"/>
          <ac:spMkLst>
            <pc:docMk/>
            <pc:sldMk cId="1998878302" sldId="259"/>
            <ac:spMk id="2" creationId="{E41D8110-EA30-9C9B-895F-1E526113FB26}"/>
          </ac:spMkLst>
        </pc:spChg>
        <pc:spChg chg="del mod">
          <ac:chgData name="Marcos Ramirez" userId="S::marcosjr@nmsu.edu::14cf3117-ef39-4731-a73b-f6c6db18ee34" providerId="AD" clId="Web-{818C7DEA-36DB-3330-6126-D5705F4CE370}" dt="2025-11-14T04:02:57.732" v="8"/>
          <ac:spMkLst>
            <pc:docMk/>
            <pc:sldMk cId="1998878302" sldId="259"/>
            <ac:spMk id="3" creationId="{63355CE1-59EB-8701-633D-3C102E086E69}"/>
          </ac:spMkLst>
        </pc:spChg>
        <pc:spChg chg="del">
          <ac:chgData name="Marcos Ramirez" userId="S::marcosjr@nmsu.edu::14cf3117-ef39-4731-a73b-f6c6db18ee34" providerId="AD" clId="Web-{818C7DEA-36DB-3330-6126-D5705F4CE370}" dt="2025-11-14T04:05:50.782" v="9"/>
          <ac:spMkLst>
            <pc:docMk/>
            <pc:sldMk cId="1998878302" sldId="259"/>
            <ac:spMk id="4" creationId="{E735B06B-2834-BA98-B720-E82F44554EB7}"/>
          </ac:spMkLst>
        </pc:spChg>
        <pc:spChg chg="add">
          <ac:chgData name="Marcos Ramirez" userId="S::marcosjr@nmsu.edu::14cf3117-ef39-4731-a73b-f6c6db18ee34" providerId="AD" clId="Web-{818C7DEA-36DB-3330-6126-D5705F4CE370}" dt="2025-11-14T04:09:48.816" v="33"/>
          <ac:spMkLst>
            <pc:docMk/>
            <pc:sldMk cId="1998878302" sldId="259"/>
            <ac:spMk id="13" creationId="{0855A890-B60B-4670-9DC2-69DC05015AB3}"/>
          </ac:spMkLst>
        </pc:spChg>
        <pc:spChg chg="add">
          <ac:chgData name="Marcos Ramirez" userId="S::marcosjr@nmsu.edu::14cf3117-ef39-4731-a73b-f6c6db18ee34" providerId="AD" clId="Web-{818C7DEA-36DB-3330-6126-D5705F4CE370}" dt="2025-11-14T04:09:48.816" v="33"/>
          <ac:spMkLst>
            <pc:docMk/>
            <pc:sldMk cId="1998878302" sldId="259"/>
            <ac:spMk id="15" creationId="{90F533E9-6690-41A8-A372-4C6C622D028D}"/>
          </ac:spMkLst>
        </pc:spChg>
        <pc:spChg chg="add">
          <ac:chgData name="Marcos Ramirez" userId="S::marcosjr@nmsu.edu::14cf3117-ef39-4731-a73b-f6c6db18ee34" providerId="AD" clId="Web-{818C7DEA-36DB-3330-6126-D5705F4CE370}" dt="2025-11-14T04:09:48.816" v="33"/>
          <ac:spMkLst>
            <pc:docMk/>
            <pc:sldMk cId="1998878302" sldId="259"/>
            <ac:spMk id="17" creationId="{99413ED5-9ED4-4772-BCE4-2BCAE6B12E35}"/>
          </ac:spMkLst>
        </pc:spChg>
        <pc:spChg chg="add">
          <ac:chgData name="Marcos Ramirez" userId="S::marcosjr@nmsu.edu::14cf3117-ef39-4731-a73b-f6c6db18ee34" providerId="AD" clId="Web-{818C7DEA-36DB-3330-6126-D5705F4CE370}" dt="2025-11-14T04:09:48.816" v="33"/>
          <ac:spMkLst>
            <pc:docMk/>
            <pc:sldMk cId="1998878302" sldId="259"/>
            <ac:spMk id="19" creationId="{04357C93-F0CB-4A1C-8F77-4E9063789819}"/>
          </ac:spMkLst>
        </pc:spChg>
        <pc:picChg chg="add mod ord">
          <ac:chgData name="Marcos Ramirez" userId="S::marcosjr@nmsu.edu::14cf3117-ef39-4731-a73b-f6c6db18ee34" providerId="AD" clId="Web-{818C7DEA-36DB-3330-6126-D5705F4CE370}" dt="2025-11-14T04:09:48.816" v="33"/>
          <ac:picMkLst>
            <pc:docMk/>
            <pc:sldMk cId="1998878302" sldId="259"/>
            <ac:picMk id="5" creationId="{8159B81E-EECF-8F46-283A-49E8968CCC2C}"/>
          </ac:picMkLst>
        </pc:picChg>
        <pc:picChg chg="add mod ord">
          <ac:chgData name="Marcos Ramirez" userId="S::marcosjr@nmsu.edu::14cf3117-ef39-4731-a73b-f6c6db18ee34" providerId="AD" clId="Web-{818C7DEA-36DB-3330-6126-D5705F4CE370}" dt="2025-11-14T04:09:48.816" v="33"/>
          <ac:picMkLst>
            <pc:docMk/>
            <pc:sldMk cId="1998878302" sldId="259"/>
            <ac:picMk id="6" creationId="{256FF2EF-BF67-BB01-8D90-67A58C513958}"/>
          </ac:picMkLst>
        </pc:picChg>
        <pc:picChg chg="add mod">
          <ac:chgData name="Marcos Ramirez" userId="S::marcosjr@nmsu.edu::14cf3117-ef39-4731-a73b-f6c6db18ee34" providerId="AD" clId="Web-{818C7DEA-36DB-3330-6126-D5705F4CE370}" dt="2025-11-14T04:09:48.816" v="33"/>
          <ac:picMkLst>
            <pc:docMk/>
            <pc:sldMk cId="1998878302" sldId="259"/>
            <ac:picMk id="7" creationId="{20C001BA-0A59-308B-FD63-F00F39110AF4}"/>
          </ac:picMkLst>
        </pc:picChg>
        <pc:picChg chg="add mod ord">
          <ac:chgData name="Marcos Ramirez" userId="S::marcosjr@nmsu.edu::14cf3117-ef39-4731-a73b-f6c6db18ee34" providerId="AD" clId="Web-{818C7DEA-36DB-3330-6126-D5705F4CE370}" dt="2025-11-14T04:09:48.816" v="33"/>
          <ac:picMkLst>
            <pc:docMk/>
            <pc:sldMk cId="1998878302" sldId="259"/>
            <ac:picMk id="8" creationId="{496D14B1-7CEA-C901-85A6-E71A38C5791D}"/>
          </ac:picMkLst>
        </pc:picChg>
      </pc:sldChg>
      <pc:sldChg chg="addSp delSp modSp add replId">
        <pc:chgData name="Marcos Ramirez" userId="S::marcosjr@nmsu.edu::14cf3117-ef39-4731-a73b-f6c6db18ee34" providerId="AD" clId="Web-{818C7DEA-36DB-3330-6126-D5705F4CE370}" dt="2025-11-14T06:06:41.984" v="2000" actId="20577"/>
        <pc:sldMkLst>
          <pc:docMk/>
          <pc:sldMk cId="2716441231" sldId="260"/>
        </pc:sldMkLst>
        <pc:spChg chg="mod">
          <ac:chgData name="Marcos Ramirez" userId="S::marcosjr@nmsu.edu::14cf3117-ef39-4731-a73b-f6c6db18ee34" providerId="AD" clId="Web-{818C7DEA-36DB-3330-6126-D5705F4CE370}" dt="2025-11-14T06:06:41.984" v="2000" actId="20577"/>
          <ac:spMkLst>
            <pc:docMk/>
            <pc:sldMk cId="2716441231" sldId="260"/>
            <ac:spMk id="2" creationId="{377E0DEC-8330-8122-2DB8-5D44851CD4E8}"/>
          </ac:spMkLst>
        </pc:spChg>
        <pc:spChg chg="add del mod">
          <ac:chgData name="Marcos Ramirez" userId="S::marcosjr@nmsu.edu::14cf3117-ef39-4731-a73b-f6c6db18ee34" providerId="AD" clId="Web-{818C7DEA-36DB-3330-6126-D5705F4CE370}" dt="2025-11-14T06:06:29.359" v="1999"/>
          <ac:spMkLst>
            <pc:docMk/>
            <pc:sldMk cId="2716441231" sldId="260"/>
            <ac:spMk id="3" creationId="{63E69D03-1124-EDCB-0EE5-7900EAB53FE6}"/>
          </ac:spMkLst>
        </pc:spChg>
        <pc:spChg chg="mod">
          <ac:chgData name="Marcos Ramirez" userId="S::marcosjr@nmsu.edu::14cf3117-ef39-4731-a73b-f6c6db18ee34" providerId="AD" clId="Web-{818C7DEA-36DB-3330-6126-D5705F4CE370}" dt="2025-11-14T06:04:41.717" v="1991" actId="20577"/>
          <ac:spMkLst>
            <pc:docMk/>
            <pc:sldMk cId="2716441231" sldId="260"/>
            <ac:spMk id="4" creationId="{B2A82E19-C635-0D81-1F3F-8C58BC519137}"/>
          </ac:spMkLst>
        </pc:spChg>
        <pc:graphicFrameChg chg="add del">
          <ac:chgData name="Marcos Ramirez" userId="S::marcosjr@nmsu.edu::14cf3117-ef39-4731-a73b-f6c6db18ee34" providerId="AD" clId="Web-{818C7DEA-36DB-3330-6126-D5705F4CE370}" dt="2025-11-14T06:06:29.312" v="1998"/>
          <ac:graphicFrameMkLst>
            <pc:docMk/>
            <pc:sldMk cId="2716441231" sldId="260"/>
            <ac:graphicFrameMk id="7" creationId="{F1AD8475-F3F2-864A-DE9F-583B2E3F271D}"/>
          </ac:graphicFrameMkLst>
        </pc:graphicFrameChg>
        <pc:graphicFrameChg chg="add">
          <ac:chgData name="Marcos Ramirez" userId="S::marcosjr@nmsu.edu::14cf3117-ef39-4731-a73b-f6c6db18ee34" providerId="AD" clId="Web-{818C7DEA-36DB-3330-6126-D5705F4CE370}" dt="2025-11-14T06:06:29.359" v="1999"/>
          <ac:graphicFrameMkLst>
            <pc:docMk/>
            <pc:sldMk cId="2716441231" sldId="260"/>
            <ac:graphicFrameMk id="9" creationId="{5AE8755A-5B01-9DC9-CE67-06820029E98F}"/>
          </ac:graphicFrameMkLst>
        </pc:graphicFrameChg>
        <pc:picChg chg="add mod">
          <ac:chgData name="Marcos Ramirez" userId="S::marcosjr@nmsu.edu::14cf3117-ef39-4731-a73b-f6c6db18ee34" providerId="AD" clId="Web-{818C7DEA-36DB-3330-6126-D5705F4CE370}" dt="2025-11-14T06:06:03.155" v="1994" actId="14100"/>
          <ac:picMkLst>
            <pc:docMk/>
            <pc:sldMk cId="2716441231" sldId="260"/>
            <ac:picMk id="5" creationId="{12B8AE93-7744-3507-FEED-2C7A2F391B42}"/>
          </ac:picMkLst>
        </pc:picChg>
      </pc:sldChg>
      <pc:sldChg chg="addSp delSp modSp add mod replId setBg">
        <pc:chgData name="Marcos Ramirez" userId="S::marcosjr@nmsu.edu::14cf3117-ef39-4731-a73b-f6c6db18ee34" providerId="AD" clId="Web-{818C7DEA-36DB-3330-6126-D5705F4CE370}" dt="2025-11-14T06:10:49.820" v="2079" actId="20577"/>
        <pc:sldMkLst>
          <pc:docMk/>
          <pc:sldMk cId="73392289" sldId="261"/>
        </pc:sldMkLst>
        <pc:spChg chg="mod">
          <ac:chgData name="Marcos Ramirez" userId="S::marcosjr@nmsu.edu::14cf3117-ef39-4731-a73b-f6c6db18ee34" providerId="AD" clId="Web-{818C7DEA-36DB-3330-6126-D5705F4CE370}" dt="2025-11-14T06:09:02.411" v="2019" actId="1076"/>
          <ac:spMkLst>
            <pc:docMk/>
            <pc:sldMk cId="73392289" sldId="261"/>
            <ac:spMk id="2" creationId="{7038C159-E88A-31D7-BD00-B7F4A26FD074}"/>
          </ac:spMkLst>
        </pc:spChg>
        <pc:spChg chg="add del mod ord">
          <ac:chgData name="Marcos Ramirez" userId="S::marcosjr@nmsu.edu::14cf3117-ef39-4731-a73b-f6c6db18ee34" providerId="AD" clId="Web-{818C7DEA-36DB-3330-6126-D5705F4CE370}" dt="2025-11-14T06:10:49.820" v="2079" actId="20577"/>
          <ac:spMkLst>
            <pc:docMk/>
            <pc:sldMk cId="73392289" sldId="261"/>
            <ac:spMk id="3" creationId="{9B96D0DD-9103-579D-4F44-6781AB2EDAE9}"/>
          </ac:spMkLst>
        </pc:spChg>
        <pc:spChg chg="del mod">
          <ac:chgData name="Marcos Ramirez" userId="S::marcosjr@nmsu.edu::14cf3117-ef39-4731-a73b-f6c6db18ee34" providerId="AD" clId="Web-{818C7DEA-36DB-3330-6126-D5705F4CE370}" dt="2025-11-14T06:07:44.142" v="2007"/>
          <ac:spMkLst>
            <pc:docMk/>
            <pc:sldMk cId="73392289" sldId="261"/>
            <ac:spMk id="4" creationId="{4EAC9430-B508-BDF4-F89D-B0DFB0ED421D}"/>
          </ac:spMkLst>
        </pc:spChg>
        <pc:spChg chg="add del">
          <ac:chgData name="Marcos Ramirez" userId="S::marcosjr@nmsu.edu::14cf3117-ef39-4731-a73b-f6c6db18ee34" providerId="AD" clId="Web-{818C7DEA-36DB-3330-6126-D5705F4CE370}" dt="2025-11-14T06:08:12.925" v="2011"/>
          <ac:spMkLst>
            <pc:docMk/>
            <pc:sldMk cId="73392289" sldId="261"/>
            <ac:spMk id="10" creationId="{743AA782-23D1-4521-8CAD-47662984AA08}"/>
          </ac:spMkLst>
        </pc:spChg>
        <pc:spChg chg="add del">
          <ac:chgData name="Marcos Ramirez" userId="S::marcosjr@nmsu.edu::14cf3117-ef39-4731-a73b-f6c6db18ee34" providerId="AD" clId="Web-{818C7DEA-36DB-3330-6126-D5705F4CE370}" dt="2025-11-14T06:08:12.925" v="2011"/>
          <ac:spMkLst>
            <pc:docMk/>
            <pc:sldMk cId="73392289" sldId="261"/>
            <ac:spMk id="12" creationId="{71877DBC-BB60-40F0-AC93-2ACDBAAE60CE}"/>
          </ac:spMkLst>
        </pc:spChg>
        <pc:spChg chg="add del">
          <ac:chgData name="Marcos Ramirez" userId="S::marcosjr@nmsu.edu::14cf3117-ef39-4731-a73b-f6c6db18ee34" providerId="AD" clId="Web-{818C7DEA-36DB-3330-6126-D5705F4CE370}" dt="2025-11-14T06:08:27.691" v="2013"/>
          <ac:spMkLst>
            <pc:docMk/>
            <pc:sldMk cId="73392289" sldId="261"/>
            <ac:spMk id="14" creationId="{04812C46-200A-4DEB-A05E-3ED6C68C2387}"/>
          </ac:spMkLst>
        </pc:spChg>
        <pc:spChg chg="add del">
          <ac:chgData name="Marcos Ramirez" userId="S::marcosjr@nmsu.edu::14cf3117-ef39-4731-a73b-f6c6db18ee34" providerId="AD" clId="Web-{818C7DEA-36DB-3330-6126-D5705F4CE370}" dt="2025-11-14T06:08:27.691" v="2013"/>
          <ac:spMkLst>
            <pc:docMk/>
            <pc:sldMk cId="73392289" sldId="261"/>
            <ac:spMk id="15" creationId="{D1EA859B-E555-4109-94F3-6700E046E008}"/>
          </ac:spMkLst>
        </pc:spChg>
        <pc:spChg chg="add">
          <ac:chgData name="Marcos Ramirez" userId="S::marcosjr@nmsu.edu::14cf3117-ef39-4731-a73b-f6c6db18ee34" providerId="AD" clId="Web-{818C7DEA-36DB-3330-6126-D5705F4CE370}" dt="2025-11-14T06:08:27.691" v="2013"/>
          <ac:spMkLst>
            <pc:docMk/>
            <pc:sldMk cId="73392289" sldId="261"/>
            <ac:spMk id="20" creationId="{04812C46-200A-4DEB-A05E-3ED6C68C2387}"/>
          </ac:spMkLst>
        </pc:spChg>
        <pc:spChg chg="add">
          <ac:chgData name="Marcos Ramirez" userId="S::marcosjr@nmsu.edu::14cf3117-ef39-4731-a73b-f6c6db18ee34" providerId="AD" clId="Web-{818C7DEA-36DB-3330-6126-D5705F4CE370}" dt="2025-11-14T06:08:27.691" v="2013"/>
          <ac:spMkLst>
            <pc:docMk/>
            <pc:sldMk cId="73392289" sldId="261"/>
            <ac:spMk id="22" creationId="{D1EA859B-E555-4109-94F3-6700E046E008}"/>
          </ac:spMkLst>
        </pc:spChg>
        <pc:picChg chg="add mod ord">
          <ac:chgData name="Marcos Ramirez" userId="S::marcosjr@nmsu.edu::14cf3117-ef39-4731-a73b-f6c6db18ee34" providerId="AD" clId="Web-{818C7DEA-36DB-3330-6126-D5705F4CE370}" dt="2025-11-14T06:08:27.691" v="2013"/>
          <ac:picMkLst>
            <pc:docMk/>
            <pc:sldMk cId="73392289" sldId="261"/>
            <ac:picMk id="5" creationId="{050D6B29-CA77-808A-B3DF-5D248B788468}"/>
          </ac:picMkLst>
        </pc:picChg>
        <pc:picChg chg="add del mod ord">
          <ac:chgData name="Marcos Ramirez" userId="S::marcosjr@nmsu.edu::14cf3117-ef39-4731-a73b-f6c6db18ee34" providerId="AD" clId="Web-{818C7DEA-36DB-3330-6126-D5705F4CE370}" dt="2025-11-14T04:16:14.693" v="148"/>
          <ac:picMkLst>
            <pc:docMk/>
            <pc:sldMk cId="73392289" sldId="261"/>
            <ac:picMk id="5" creationId="{41EB0908-06D1-4FC3-E8DD-EFCC2F4B78D8}"/>
          </ac:picMkLst>
        </pc:picChg>
      </pc:sldChg>
      <pc:sldChg chg="addSp modSp add del mod replId setBg">
        <pc:chgData name="Marcos Ramirez" userId="S::marcosjr@nmsu.edu::14cf3117-ef39-4731-a73b-f6c6db18ee34" providerId="AD" clId="Web-{818C7DEA-36DB-3330-6126-D5705F4CE370}" dt="2025-11-14T06:18:53.877" v="2167"/>
        <pc:sldMkLst>
          <pc:docMk/>
          <pc:sldMk cId="168888112" sldId="262"/>
        </pc:sldMkLst>
        <pc:spChg chg="mod">
          <ac:chgData name="Marcos Ramirez" userId="S::marcosjr@nmsu.edu::14cf3117-ef39-4731-a73b-f6c6db18ee34" providerId="AD" clId="Web-{818C7DEA-36DB-3330-6126-D5705F4CE370}" dt="2025-11-14T06:03:06.638" v="1967"/>
          <ac:spMkLst>
            <pc:docMk/>
            <pc:sldMk cId="168888112" sldId="262"/>
            <ac:spMk id="2" creationId="{916C5DF5-6CA8-7C1A-BA39-2035CA80950E}"/>
          </ac:spMkLst>
        </pc:spChg>
        <pc:spChg chg="mod">
          <ac:chgData name="Marcos Ramirez" userId="S::marcosjr@nmsu.edu::14cf3117-ef39-4731-a73b-f6c6db18ee34" providerId="AD" clId="Web-{818C7DEA-36DB-3330-6126-D5705F4CE370}" dt="2025-11-14T06:13:30.167" v="2083" actId="1076"/>
          <ac:spMkLst>
            <pc:docMk/>
            <pc:sldMk cId="168888112" sldId="262"/>
            <ac:spMk id="3" creationId="{B419DCD6-05E1-4B04-A6C4-4FC3DC042590}"/>
          </ac:spMkLst>
        </pc:spChg>
        <pc:spChg chg="mod">
          <ac:chgData name="Marcos Ramirez" userId="S::marcosjr@nmsu.edu::14cf3117-ef39-4731-a73b-f6c6db18ee34" providerId="AD" clId="Web-{818C7DEA-36DB-3330-6126-D5705F4CE370}" dt="2025-11-14T06:13:34.652" v="2084" actId="1076"/>
          <ac:spMkLst>
            <pc:docMk/>
            <pc:sldMk cId="168888112" sldId="262"/>
            <ac:spMk id="4" creationId="{E41E1C26-9AEF-1FA0-8EEE-EA3554373AB8}"/>
          </ac:spMkLst>
        </pc:spChg>
        <pc:spChg chg="add">
          <ac:chgData name="Marcos Ramirez" userId="S::marcosjr@nmsu.edu::14cf3117-ef39-4731-a73b-f6c6db18ee34" providerId="AD" clId="Web-{818C7DEA-36DB-3330-6126-D5705F4CE370}" dt="2025-11-14T06:03:06.638" v="1967"/>
          <ac:spMkLst>
            <pc:docMk/>
            <pc:sldMk cId="168888112" sldId="262"/>
            <ac:spMk id="9" creationId="{4C608BEB-860E-4094-8511-78603564A75E}"/>
          </ac:spMkLst>
        </pc:spChg>
        <pc:picChg chg="add mod">
          <ac:chgData name="Marcos Ramirez" userId="S::marcosjr@nmsu.edu::14cf3117-ef39-4731-a73b-f6c6db18ee34" providerId="AD" clId="Web-{818C7DEA-36DB-3330-6126-D5705F4CE370}" dt="2025-11-14T06:13:53.480" v="2088" actId="1076"/>
          <ac:picMkLst>
            <pc:docMk/>
            <pc:sldMk cId="168888112" sldId="262"/>
            <ac:picMk id="5" creationId="{CE6EB820-69F9-F2DE-731B-124EF120ABA8}"/>
          </ac:picMkLst>
        </pc:picChg>
        <pc:cxnChg chg="add">
          <ac:chgData name="Marcos Ramirez" userId="S::marcosjr@nmsu.edu::14cf3117-ef39-4731-a73b-f6c6db18ee34" providerId="AD" clId="Web-{818C7DEA-36DB-3330-6126-D5705F4CE370}" dt="2025-11-14T06:03:06.638" v="1967"/>
          <ac:cxnSpMkLst>
            <pc:docMk/>
            <pc:sldMk cId="168888112" sldId="262"/>
            <ac:cxnSpMk id="11" creationId="{1F16A8D4-FE87-4604-88B2-394B5D1EB437}"/>
          </ac:cxnSpMkLst>
        </pc:cxnChg>
      </pc:sldChg>
      <pc:sldChg chg="addSp delSp modSp add mod replId setBg">
        <pc:chgData name="Marcos Ramirez" userId="S::marcosjr@nmsu.edu::14cf3117-ef39-4731-a73b-f6c6db18ee34" providerId="AD" clId="Web-{818C7DEA-36DB-3330-6126-D5705F4CE370}" dt="2025-11-14T04:22:14.244" v="154"/>
        <pc:sldMkLst>
          <pc:docMk/>
          <pc:sldMk cId="3625072889" sldId="263"/>
        </pc:sldMkLst>
        <pc:spChg chg="mod">
          <ac:chgData name="Marcos Ramirez" userId="S::marcosjr@nmsu.edu::14cf3117-ef39-4731-a73b-f6c6db18ee34" providerId="AD" clId="Web-{818C7DEA-36DB-3330-6126-D5705F4CE370}" dt="2025-11-14T04:22:14.244" v="154"/>
          <ac:spMkLst>
            <pc:docMk/>
            <pc:sldMk cId="3625072889" sldId="263"/>
            <ac:spMk id="2" creationId="{6AA71D87-69B7-2718-57E3-1C7E5CC59B70}"/>
          </ac:spMkLst>
        </pc:spChg>
        <pc:spChg chg="del">
          <ac:chgData name="Marcos Ramirez" userId="S::marcosjr@nmsu.edu::14cf3117-ef39-4731-a73b-f6c6db18ee34" providerId="AD" clId="Web-{818C7DEA-36DB-3330-6126-D5705F4CE370}" dt="2025-11-14T04:19:41.335" v="152"/>
          <ac:spMkLst>
            <pc:docMk/>
            <pc:sldMk cId="3625072889" sldId="263"/>
            <ac:spMk id="3" creationId="{EFE45138-3D0E-009C-C8C8-3B45E260C272}"/>
          </ac:spMkLst>
        </pc:spChg>
        <pc:spChg chg="del">
          <ac:chgData name="Marcos Ramirez" userId="S::marcosjr@nmsu.edu::14cf3117-ef39-4731-a73b-f6c6db18ee34" providerId="AD" clId="Web-{818C7DEA-36DB-3330-6126-D5705F4CE370}" dt="2025-11-14T04:20:21.258" v="153"/>
          <ac:spMkLst>
            <pc:docMk/>
            <pc:sldMk cId="3625072889" sldId="263"/>
            <ac:spMk id="4" creationId="{8EBC0E8C-D7C5-C53C-A7D7-18768DD8269E}"/>
          </ac:spMkLst>
        </pc:spChg>
        <pc:spChg chg="add">
          <ac:chgData name="Marcos Ramirez" userId="S::marcosjr@nmsu.edu::14cf3117-ef39-4731-a73b-f6c6db18ee34" providerId="AD" clId="Web-{818C7DEA-36DB-3330-6126-D5705F4CE370}" dt="2025-11-14T04:22:14.244" v="154"/>
          <ac:spMkLst>
            <pc:docMk/>
            <pc:sldMk cId="3625072889" sldId="263"/>
            <ac:spMk id="11" creationId="{C4879EFC-8E62-4E00-973C-C45EE9EC676D}"/>
          </ac:spMkLst>
        </pc:spChg>
        <pc:spChg chg="add">
          <ac:chgData name="Marcos Ramirez" userId="S::marcosjr@nmsu.edu::14cf3117-ef39-4731-a73b-f6c6db18ee34" providerId="AD" clId="Web-{818C7DEA-36DB-3330-6126-D5705F4CE370}" dt="2025-11-14T04:22:14.244" v="154"/>
          <ac:spMkLst>
            <pc:docMk/>
            <pc:sldMk cId="3625072889" sldId="263"/>
            <ac:spMk id="13" creationId="{D6A9C53F-5F90-40A5-8C85-5412D39C8C68}"/>
          </ac:spMkLst>
        </pc:spChg>
        <pc:picChg chg="add mod ord">
          <ac:chgData name="Marcos Ramirez" userId="S::marcosjr@nmsu.edu::14cf3117-ef39-4731-a73b-f6c6db18ee34" providerId="AD" clId="Web-{818C7DEA-36DB-3330-6126-D5705F4CE370}" dt="2025-11-14T04:22:14.244" v="154"/>
          <ac:picMkLst>
            <pc:docMk/>
            <pc:sldMk cId="3625072889" sldId="263"/>
            <ac:picMk id="5" creationId="{1DABA05D-57D8-62B9-916A-231F8210C707}"/>
          </ac:picMkLst>
        </pc:picChg>
        <pc:picChg chg="add mod ord">
          <ac:chgData name="Marcos Ramirez" userId="S::marcosjr@nmsu.edu::14cf3117-ef39-4731-a73b-f6c6db18ee34" providerId="AD" clId="Web-{818C7DEA-36DB-3330-6126-D5705F4CE370}" dt="2025-11-14T04:22:14.244" v="154"/>
          <ac:picMkLst>
            <pc:docMk/>
            <pc:sldMk cId="3625072889" sldId="263"/>
            <ac:picMk id="6" creationId="{E2580D4E-0D5A-54F0-8B5C-AF60550A7E38}"/>
          </ac:picMkLst>
        </pc:picChg>
      </pc:sldChg>
      <pc:sldChg chg="addSp delSp modSp new del mod ord setBg">
        <pc:chgData name="Marcos Ramirez" userId="S::marcosjr@nmsu.edu::14cf3117-ef39-4731-a73b-f6c6db18ee34" providerId="AD" clId="Web-{818C7DEA-36DB-3330-6126-D5705F4CE370}" dt="2025-11-14T06:41:06.130" v="2381"/>
        <pc:sldMkLst>
          <pc:docMk/>
          <pc:sldMk cId="624143742" sldId="264"/>
        </pc:sldMkLst>
        <pc:spChg chg="mod">
          <ac:chgData name="Marcos Ramirez" userId="S::marcosjr@nmsu.edu::14cf3117-ef39-4731-a73b-f6c6db18ee34" providerId="AD" clId="Web-{818C7DEA-36DB-3330-6126-D5705F4CE370}" dt="2025-11-14T06:32:50.701" v="2202" actId="14100"/>
          <ac:spMkLst>
            <pc:docMk/>
            <pc:sldMk cId="624143742" sldId="264"/>
            <ac:spMk id="2" creationId="{37E08CB7-7E5D-7CF3-3B71-FCD259D6A019}"/>
          </ac:spMkLst>
        </pc:spChg>
        <pc:spChg chg="mod">
          <ac:chgData name="Marcos Ramirez" userId="S::marcosjr@nmsu.edu::14cf3117-ef39-4731-a73b-f6c6db18ee34" providerId="AD" clId="Web-{818C7DEA-36DB-3330-6126-D5705F4CE370}" dt="2025-11-14T06:31:56.528" v="2195"/>
          <ac:spMkLst>
            <pc:docMk/>
            <pc:sldMk cId="624143742" sldId="264"/>
            <ac:spMk id="3" creationId="{7FF53660-6F01-3B36-9419-BD11A60D99CC}"/>
          </ac:spMkLst>
        </pc:spChg>
        <pc:spChg chg="mod">
          <ac:chgData name="Marcos Ramirez" userId="S::marcosjr@nmsu.edu::14cf3117-ef39-4731-a73b-f6c6db18ee34" providerId="AD" clId="Web-{818C7DEA-36DB-3330-6126-D5705F4CE370}" dt="2025-11-14T06:31:56.528" v="2195"/>
          <ac:spMkLst>
            <pc:docMk/>
            <pc:sldMk cId="624143742" sldId="264"/>
            <ac:spMk id="4" creationId="{C55F19D7-19BF-7CA7-326D-D58C19FD2A44}"/>
          </ac:spMkLst>
        </pc:spChg>
        <pc:spChg chg="add del">
          <ac:chgData name="Marcos Ramirez" userId="S::marcosjr@nmsu.edu::14cf3117-ef39-4731-a73b-f6c6db18ee34" providerId="AD" clId="Web-{818C7DEA-36DB-3330-6126-D5705F4CE370}" dt="2025-11-14T06:32:27.389" v="2199"/>
          <ac:spMkLst>
            <pc:docMk/>
            <pc:sldMk cId="624143742" sldId="264"/>
            <ac:spMk id="6" creationId="{4C608BEB-860E-4094-8511-78603564A75E}"/>
          </ac:spMkLst>
        </pc:spChg>
        <pc:spChg chg="add del">
          <ac:chgData name="Marcos Ramirez" userId="S::marcosjr@nmsu.edu::14cf3117-ef39-4731-a73b-f6c6db18ee34" providerId="AD" clId="Web-{818C7DEA-36DB-3330-6126-D5705F4CE370}" dt="2025-11-14T06:00:47.682" v="1938"/>
          <ac:spMkLst>
            <pc:docMk/>
            <pc:sldMk cId="624143742" sldId="264"/>
            <ac:spMk id="9" creationId="{4FFBEE45-F140-49D5-85EA-C78C24340B23}"/>
          </ac:spMkLst>
        </pc:spChg>
        <pc:spChg chg="add del">
          <ac:chgData name="Marcos Ramirez" userId="S::marcosjr@nmsu.edu::14cf3117-ef39-4731-a73b-f6c6db18ee34" providerId="AD" clId="Web-{818C7DEA-36DB-3330-6126-D5705F4CE370}" dt="2025-11-14T06:31:56.528" v="2195"/>
          <ac:spMkLst>
            <pc:docMk/>
            <pc:sldMk cId="624143742" sldId="264"/>
            <ac:spMk id="16" creationId="{8CA06CD6-90CA-4C45-856C-6771339E1E22}"/>
          </ac:spMkLst>
        </pc:spChg>
        <pc:picChg chg="add del mod ord">
          <ac:chgData name="Marcos Ramirez" userId="S::marcosjr@nmsu.edu::14cf3117-ef39-4731-a73b-f6c6db18ee34" providerId="AD" clId="Web-{818C7DEA-36DB-3330-6126-D5705F4CE370}" dt="2025-11-14T06:32:34.560" v="2200" actId="1076"/>
          <ac:picMkLst>
            <pc:docMk/>
            <pc:sldMk cId="624143742" sldId="264"/>
            <ac:picMk id="5" creationId="{CFC241CA-3A69-6070-B611-7EC76B199833}"/>
          </ac:picMkLst>
        </pc:picChg>
        <pc:cxnChg chg="add del">
          <ac:chgData name="Marcos Ramirez" userId="S::marcosjr@nmsu.edu::14cf3117-ef39-4731-a73b-f6c6db18ee34" providerId="AD" clId="Web-{818C7DEA-36DB-3330-6126-D5705F4CE370}" dt="2025-11-14T06:31:56.528" v="2195"/>
          <ac:cxnSpMkLst>
            <pc:docMk/>
            <pc:sldMk cId="624143742" sldId="264"/>
            <ac:cxnSpMk id="11" creationId="{1F16A8D4-FE87-4604-88B2-394B5D1EB437}"/>
          </ac:cxnSpMkLst>
        </pc:cxnChg>
        <pc:cxnChg chg="add del">
          <ac:chgData name="Marcos Ramirez" userId="S::marcosjr@nmsu.edu::14cf3117-ef39-4731-a73b-f6c6db18ee34" providerId="AD" clId="Web-{818C7DEA-36DB-3330-6126-D5705F4CE370}" dt="2025-11-14T06:31:56.528" v="2195"/>
          <ac:cxnSpMkLst>
            <pc:docMk/>
            <pc:sldMk cId="624143742" sldId="264"/>
            <ac:cxnSpMk id="18" creationId="{5021601D-2758-4B15-A31C-FDA184C51B3A}"/>
          </ac:cxnSpMkLst>
        </pc:cxnChg>
      </pc:sldChg>
      <pc:sldChg chg="addSp delSp modSp new del">
        <pc:chgData name="Marcos Ramirez" userId="S::marcosjr@nmsu.edu::14cf3117-ef39-4731-a73b-f6c6db18ee34" providerId="AD" clId="Web-{818C7DEA-36DB-3330-6126-D5705F4CE370}" dt="2025-11-14T06:18:49.767" v="2166"/>
        <pc:sldMkLst>
          <pc:docMk/>
          <pc:sldMk cId="3982929848" sldId="265"/>
        </pc:sldMkLst>
        <pc:spChg chg="mod">
          <ac:chgData name="Marcos Ramirez" userId="S::marcosjr@nmsu.edu::14cf3117-ef39-4731-a73b-f6c6db18ee34" providerId="AD" clId="Web-{818C7DEA-36DB-3330-6126-D5705F4CE370}" dt="2025-11-14T06:14:20.090" v="2100" actId="20577"/>
          <ac:spMkLst>
            <pc:docMk/>
            <pc:sldMk cId="3982929848" sldId="265"/>
            <ac:spMk id="2" creationId="{D8F348CA-B842-8E99-8710-26228AE3844B}"/>
          </ac:spMkLst>
        </pc:spChg>
        <pc:spChg chg="mod">
          <ac:chgData name="Marcos Ramirez" userId="S::marcosjr@nmsu.edu::14cf3117-ef39-4731-a73b-f6c6db18ee34" providerId="AD" clId="Web-{818C7DEA-36DB-3330-6126-D5705F4CE370}" dt="2025-11-14T06:16:21.123" v="2132" actId="1076"/>
          <ac:spMkLst>
            <pc:docMk/>
            <pc:sldMk cId="3982929848" sldId="265"/>
            <ac:spMk id="3" creationId="{2F3F05D8-FE7F-BA2A-49C5-DB78D1949E42}"/>
          </ac:spMkLst>
        </pc:spChg>
        <pc:spChg chg="add del mod">
          <ac:chgData name="Marcos Ramirez" userId="S::marcosjr@nmsu.edu::14cf3117-ef39-4731-a73b-f6c6db18ee34" providerId="AD" clId="Web-{818C7DEA-36DB-3330-6126-D5705F4CE370}" dt="2025-11-14T06:16:26.436" v="2134" actId="14100"/>
          <ac:spMkLst>
            <pc:docMk/>
            <pc:sldMk cId="3982929848" sldId="265"/>
            <ac:spMk id="4" creationId="{F63DCC8B-5E87-04AA-BC57-97F0DC7A33D4}"/>
          </ac:spMkLst>
        </pc:spChg>
        <pc:picChg chg="add mod">
          <ac:chgData name="Marcos Ramirez" userId="S::marcosjr@nmsu.edu::14cf3117-ef39-4731-a73b-f6c6db18ee34" providerId="AD" clId="Web-{818C7DEA-36DB-3330-6126-D5705F4CE370}" dt="2025-11-14T06:16:36.218" v="2136" actId="14100"/>
          <ac:picMkLst>
            <pc:docMk/>
            <pc:sldMk cId="3982929848" sldId="265"/>
            <ac:picMk id="6" creationId="{9A049F46-B1D9-F82B-0C4B-616BA2F0A83F}"/>
          </ac:picMkLst>
        </pc:picChg>
      </pc:sldChg>
      <pc:sldChg chg="addSp delSp modSp new mod setBg">
        <pc:chgData name="Marcos Ramirez" userId="S::marcosjr@nmsu.edu::14cf3117-ef39-4731-a73b-f6c6db18ee34" providerId="AD" clId="Web-{818C7DEA-36DB-3330-6126-D5705F4CE370}" dt="2025-11-14T06:19:56.972" v="2180" actId="20577"/>
        <pc:sldMkLst>
          <pc:docMk/>
          <pc:sldMk cId="4156559128" sldId="266"/>
        </pc:sldMkLst>
        <pc:spChg chg="mod">
          <ac:chgData name="Marcos Ramirez" userId="S::marcosjr@nmsu.edu::14cf3117-ef39-4731-a73b-f6c6db18ee34" providerId="AD" clId="Web-{818C7DEA-36DB-3330-6126-D5705F4CE370}" dt="2025-11-14T06:18:44.174" v="2165"/>
          <ac:spMkLst>
            <pc:docMk/>
            <pc:sldMk cId="4156559128" sldId="266"/>
            <ac:spMk id="2" creationId="{BBE0638E-43FC-D248-2BC9-0ABF28595643}"/>
          </ac:spMkLst>
        </pc:spChg>
        <pc:spChg chg="mod">
          <ac:chgData name="Marcos Ramirez" userId="S::marcosjr@nmsu.edu::14cf3117-ef39-4731-a73b-f6c6db18ee34" providerId="AD" clId="Web-{818C7DEA-36DB-3330-6126-D5705F4CE370}" dt="2025-11-14T06:19:56.972" v="2180" actId="20577"/>
          <ac:spMkLst>
            <pc:docMk/>
            <pc:sldMk cId="4156559128" sldId="266"/>
            <ac:spMk id="3" creationId="{91F30E11-E9F8-71FF-5017-33CC2652F771}"/>
          </ac:spMkLst>
        </pc:spChg>
        <pc:spChg chg="del mod">
          <ac:chgData name="Marcos Ramirez" userId="S::marcosjr@nmsu.edu::14cf3117-ef39-4731-a73b-f6c6db18ee34" providerId="AD" clId="Web-{818C7DEA-36DB-3330-6126-D5705F4CE370}" dt="2025-11-14T06:17:09.281" v="2140"/>
          <ac:spMkLst>
            <pc:docMk/>
            <pc:sldMk cId="4156559128" sldId="266"/>
            <ac:spMk id="4" creationId="{3A9C2636-878A-92C8-5BA3-6875E6022F79}"/>
          </ac:spMkLst>
        </pc:spChg>
        <pc:spChg chg="add del">
          <ac:chgData name="Marcos Ramirez" userId="S::marcosjr@nmsu.edu::14cf3117-ef39-4731-a73b-f6c6db18ee34" providerId="AD" clId="Web-{818C7DEA-36DB-3330-6126-D5705F4CE370}" dt="2025-11-14T06:17:41.422" v="2143"/>
          <ac:spMkLst>
            <pc:docMk/>
            <pc:sldMk cId="4156559128" sldId="266"/>
            <ac:spMk id="11" creationId="{F821940F-7A1D-4ACC-85B4-A932898ABB37}"/>
          </ac:spMkLst>
        </pc:spChg>
        <pc:spChg chg="add del">
          <ac:chgData name="Marcos Ramirez" userId="S::marcosjr@nmsu.edu::14cf3117-ef39-4731-a73b-f6c6db18ee34" providerId="AD" clId="Web-{818C7DEA-36DB-3330-6126-D5705F4CE370}" dt="2025-11-14T06:17:41.422" v="2143"/>
          <ac:spMkLst>
            <pc:docMk/>
            <pc:sldMk cId="4156559128" sldId="266"/>
            <ac:spMk id="13" creationId="{16674508-81D3-48CF-96BF-7FC60EAA572A}"/>
          </ac:spMkLst>
        </pc:spChg>
        <pc:spChg chg="add del">
          <ac:chgData name="Marcos Ramirez" userId="S::marcosjr@nmsu.edu::14cf3117-ef39-4731-a73b-f6c6db18ee34" providerId="AD" clId="Web-{818C7DEA-36DB-3330-6126-D5705F4CE370}" dt="2025-11-14T06:17:56.813" v="2145"/>
          <ac:spMkLst>
            <pc:docMk/>
            <pc:sldMk cId="4156559128" sldId="266"/>
            <ac:spMk id="15" creationId="{2B97F24A-32CE-4C1C-A50D-3016B394DCFB}"/>
          </ac:spMkLst>
        </pc:spChg>
        <pc:spChg chg="add del">
          <ac:chgData name="Marcos Ramirez" userId="S::marcosjr@nmsu.edu::14cf3117-ef39-4731-a73b-f6c6db18ee34" providerId="AD" clId="Web-{818C7DEA-36DB-3330-6126-D5705F4CE370}" dt="2025-11-14T06:17:56.813" v="2145"/>
          <ac:spMkLst>
            <pc:docMk/>
            <pc:sldMk cId="4156559128" sldId="266"/>
            <ac:spMk id="16" creationId="{6357EC4F-235E-4222-A36F-C7878ACE37F2}"/>
          </ac:spMkLst>
        </pc:spChg>
        <pc:spChg chg="add del">
          <ac:chgData name="Marcos Ramirez" userId="S::marcosjr@nmsu.edu::14cf3117-ef39-4731-a73b-f6c6db18ee34" providerId="AD" clId="Web-{818C7DEA-36DB-3330-6126-D5705F4CE370}" dt="2025-11-14T06:18:44.174" v="2165"/>
          <ac:spMkLst>
            <pc:docMk/>
            <pc:sldMk cId="4156559128" sldId="266"/>
            <ac:spMk id="18" creationId="{04812C46-200A-4DEB-A05E-3ED6C68C2387}"/>
          </ac:spMkLst>
        </pc:spChg>
        <pc:spChg chg="add del">
          <ac:chgData name="Marcos Ramirez" userId="S::marcosjr@nmsu.edu::14cf3117-ef39-4731-a73b-f6c6db18ee34" providerId="AD" clId="Web-{818C7DEA-36DB-3330-6126-D5705F4CE370}" dt="2025-11-14T06:18:44.174" v="2165"/>
          <ac:spMkLst>
            <pc:docMk/>
            <pc:sldMk cId="4156559128" sldId="266"/>
            <ac:spMk id="19" creationId="{D1EA859B-E555-4109-94F3-6700E046E008}"/>
          </ac:spMkLst>
        </pc:spChg>
        <pc:spChg chg="add">
          <ac:chgData name="Marcos Ramirez" userId="S::marcosjr@nmsu.edu::14cf3117-ef39-4731-a73b-f6c6db18ee34" providerId="AD" clId="Web-{818C7DEA-36DB-3330-6126-D5705F4CE370}" dt="2025-11-14T06:18:44.174" v="2165"/>
          <ac:spMkLst>
            <pc:docMk/>
            <pc:sldMk cId="4156559128" sldId="266"/>
            <ac:spMk id="24" creationId="{E81BF4F6-F2CF-4984-9D14-D6966D92F99F}"/>
          </ac:spMkLst>
        </pc:spChg>
        <pc:picChg chg="add mod ord">
          <ac:chgData name="Marcos Ramirez" userId="S::marcosjr@nmsu.edu::14cf3117-ef39-4731-a73b-f6c6db18ee34" providerId="AD" clId="Web-{818C7DEA-36DB-3330-6126-D5705F4CE370}" dt="2025-11-14T06:18:44.174" v="2165"/>
          <ac:picMkLst>
            <pc:docMk/>
            <pc:sldMk cId="4156559128" sldId="266"/>
            <ac:picMk id="6" creationId="{E4ACC8F9-FFC3-29A1-EA57-11F79438FDB6}"/>
          </ac:picMkLst>
        </pc:picChg>
      </pc:sldChg>
      <pc:sldChg chg="addSp delSp modSp new mod setBg">
        <pc:chgData name="Marcos Ramirez" userId="S::marcosjr@nmsu.edu::14cf3117-ef39-4731-a73b-f6c6db18ee34" providerId="AD" clId="Web-{818C7DEA-36DB-3330-6126-D5705F4CE370}" dt="2025-11-14T06:41:02.521" v="2380" actId="1076"/>
        <pc:sldMkLst>
          <pc:docMk/>
          <pc:sldMk cId="4279130258" sldId="267"/>
        </pc:sldMkLst>
        <pc:spChg chg="mod">
          <ac:chgData name="Marcos Ramirez" userId="S::marcosjr@nmsu.edu::14cf3117-ef39-4731-a73b-f6c6db18ee34" providerId="AD" clId="Web-{818C7DEA-36DB-3330-6126-D5705F4CE370}" dt="2025-11-14T06:38:40.145" v="2327"/>
          <ac:spMkLst>
            <pc:docMk/>
            <pc:sldMk cId="4279130258" sldId="267"/>
            <ac:spMk id="2" creationId="{871EE299-B94B-13C6-9EB3-05738330C67D}"/>
          </ac:spMkLst>
        </pc:spChg>
        <pc:spChg chg="mod">
          <ac:chgData name="Marcos Ramirez" userId="S::marcosjr@nmsu.edu::14cf3117-ef39-4731-a73b-f6c6db18ee34" providerId="AD" clId="Web-{818C7DEA-36DB-3330-6126-D5705F4CE370}" dt="2025-11-14T06:39:59.349" v="2367" actId="20577"/>
          <ac:spMkLst>
            <pc:docMk/>
            <pc:sldMk cId="4279130258" sldId="267"/>
            <ac:spMk id="3" creationId="{397EA529-2198-6AC4-4E28-73E7D685F3DB}"/>
          </ac:spMkLst>
        </pc:spChg>
        <pc:spChg chg="del mod">
          <ac:chgData name="Marcos Ramirez" userId="S::marcosjr@nmsu.edu::14cf3117-ef39-4731-a73b-f6c6db18ee34" providerId="AD" clId="Web-{818C7DEA-36DB-3330-6126-D5705F4CE370}" dt="2025-11-14T06:36:04.801" v="2237"/>
          <ac:spMkLst>
            <pc:docMk/>
            <pc:sldMk cId="4279130258" sldId="267"/>
            <ac:spMk id="4" creationId="{BCCC4E91-A1C7-2534-F5AB-4CDA3E0DB782}"/>
          </ac:spMkLst>
        </pc:spChg>
        <pc:spChg chg="add del">
          <ac:chgData name="Marcos Ramirez" userId="S::marcosjr@nmsu.edu::14cf3117-ef39-4731-a73b-f6c6db18ee34" providerId="AD" clId="Web-{818C7DEA-36DB-3330-6126-D5705F4CE370}" dt="2025-11-14T06:40:10.036" v="2369"/>
          <ac:spMkLst>
            <pc:docMk/>
            <pc:sldMk cId="4279130258" sldId="267"/>
            <ac:spMk id="7" creationId="{000AAA02-DB54-A94B-85D6-F6BD12C9F9AA}"/>
          </ac:spMkLst>
        </pc:spChg>
        <pc:spChg chg="add del">
          <ac:chgData name="Marcos Ramirez" userId="S::marcosjr@nmsu.edu::14cf3117-ef39-4731-a73b-f6c6db18ee34" providerId="AD" clId="Web-{818C7DEA-36DB-3330-6126-D5705F4CE370}" dt="2025-11-14T06:38:40.114" v="2326"/>
          <ac:spMkLst>
            <pc:docMk/>
            <pc:sldMk cId="4279130258" sldId="267"/>
            <ac:spMk id="8" creationId="{04812C46-200A-4DEB-A05E-3ED6C68C2387}"/>
          </ac:spMkLst>
        </pc:spChg>
        <pc:spChg chg="add del">
          <ac:chgData name="Marcos Ramirez" userId="S::marcosjr@nmsu.edu::14cf3117-ef39-4731-a73b-f6c6db18ee34" providerId="AD" clId="Web-{818C7DEA-36DB-3330-6126-D5705F4CE370}" dt="2025-11-14T06:38:40.114" v="2326"/>
          <ac:spMkLst>
            <pc:docMk/>
            <pc:sldMk cId="4279130258" sldId="267"/>
            <ac:spMk id="9" creationId="{D1EA859B-E555-4109-94F3-6700E046E008}"/>
          </ac:spMkLst>
        </pc:spChg>
        <pc:spChg chg="add mod">
          <ac:chgData name="Marcos Ramirez" userId="S::marcosjr@nmsu.edu::14cf3117-ef39-4731-a73b-f6c6db18ee34" providerId="AD" clId="Web-{818C7DEA-36DB-3330-6126-D5705F4CE370}" dt="2025-11-14T06:40:54.833" v="2379" actId="20577"/>
          <ac:spMkLst>
            <pc:docMk/>
            <pc:sldMk cId="4279130258" sldId="267"/>
            <ac:spMk id="10" creationId="{C2D4B022-A7AC-8E75-5C3D-9CF096749ADA}"/>
          </ac:spMkLst>
        </pc:spChg>
        <pc:spChg chg="add del">
          <ac:chgData name="Marcos Ramirez" userId="S::marcosjr@nmsu.edu::14cf3117-ef39-4731-a73b-f6c6db18ee34" providerId="AD" clId="Web-{818C7DEA-36DB-3330-6126-D5705F4CE370}" dt="2025-11-14T06:38:22.333" v="2324"/>
          <ac:spMkLst>
            <pc:docMk/>
            <pc:sldMk cId="4279130258" sldId="267"/>
            <ac:spMk id="11" creationId="{04812C46-200A-4DEB-A05E-3ED6C68C2387}"/>
          </ac:spMkLst>
        </pc:spChg>
        <pc:spChg chg="add">
          <ac:chgData name="Marcos Ramirez" userId="S::marcosjr@nmsu.edu::14cf3117-ef39-4731-a73b-f6c6db18ee34" providerId="AD" clId="Web-{818C7DEA-36DB-3330-6126-D5705F4CE370}" dt="2025-11-14T06:38:40.145" v="2327"/>
          <ac:spMkLst>
            <pc:docMk/>
            <pc:sldMk cId="4279130258" sldId="267"/>
            <ac:spMk id="12" creationId="{743AA782-23D1-4521-8CAD-47662984AA08}"/>
          </ac:spMkLst>
        </pc:spChg>
        <pc:spChg chg="add del">
          <ac:chgData name="Marcos Ramirez" userId="S::marcosjr@nmsu.edu::14cf3117-ef39-4731-a73b-f6c6db18ee34" providerId="AD" clId="Web-{818C7DEA-36DB-3330-6126-D5705F4CE370}" dt="2025-11-14T06:38:22.333" v="2324"/>
          <ac:spMkLst>
            <pc:docMk/>
            <pc:sldMk cId="4279130258" sldId="267"/>
            <ac:spMk id="13" creationId="{D1EA859B-E555-4109-94F3-6700E046E008}"/>
          </ac:spMkLst>
        </pc:spChg>
        <pc:spChg chg="add">
          <ac:chgData name="Marcos Ramirez" userId="S::marcosjr@nmsu.edu::14cf3117-ef39-4731-a73b-f6c6db18ee34" providerId="AD" clId="Web-{818C7DEA-36DB-3330-6126-D5705F4CE370}" dt="2025-11-14T06:38:40.145" v="2327"/>
          <ac:spMkLst>
            <pc:docMk/>
            <pc:sldMk cId="4279130258" sldId="267"/>
            <ac:spMk id="14" creationId="{650D18FE-0824-4A46-B22C-A86B52E5780A}"/>
          </ac:spMkLst>
        </pc:spChg>
        <pc:picChg chg="add mod ord">
          <ac:chgData name="Marcos Ramirez" userId="S::marcosjr@nmsu.edu::14cf3117-ef39-4731-a73b-f6c6db18ee34" providerId="AD" clId="Web-{818C7DEA-36DB-3330-6126-D5705F4CE370}" dt="2025-11-14T06:41:02.521" v="2380" actId="1076"/>
          <ac:picMkLst>
            <pc:docMk/>
            <pc:sldMk cId="4279130258" sldId="267"/>
            <ac:picMk id="6" creationId="{26323442-7CD1-2EE8-DDD1-BD4856984A54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7E30F-6BFD-4D2F-A2E4-A548E3B070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9D188A-B900-4B4D-95EF-84BA542A3F79}">
      <dgm:prSet/>
      <dgm:spPr/>
      <dgm:t>
        <a:bodyPr/>
        <a:lstStyle/>
        <a:p>
          <a:pPr rtl="0"/>
          <a:r>
            <a:rPr lang="en-US" dirty="0"/>
            <a:t>DOP </a:t>
          </a:r>
          <a:r>
            <a:rPr lang="en-US" dirty="0">
              <a:latin typeface="Aptos Display" panose="020F0302020204030204"/>
            </a:rPr>
            <a:t>is </a:t>
          </a:r>
          <a:r>
            <a:rPr lang="en-US" dirty="0"/>
            <a:t>term used to specify the number of errors in positional fix</a:t>
          </a:r>
        </a:p>
      </dgm:t>
    </dgm:pt>
    <dgm:pt modelId="{CBC246CF-CA91-4C58-BFAE-AE32D1361FF7}" type="parTrans" cxnId="{2F5DD49E-B807-4F61-B85A-2948A3A52209}">
      <dgm:prSet/>
      <dgm:spPr/>
      <dgm:t>
        <a:bodyPr/>
        <a:lstStyle/>
        <a:p>
          <a:endParaRPr lang="en-US"/>
        </a:p>
      </dgm:t>
    </dgm:pt>
    <dgm:pt modelId="{5DEC7DD8-C5B9-4FBB-88E5-F18BA222CFC6}" type="sibTrans" cxnId="{2F5DD49E-B807-4F61-B85A-2948A3A52209}">
      <dgm:prSet/>
      <dgm:spPr/>
      <dgm:t>
        <a:bodyPr/>
        <a:lstStyle/>
        <a:p>
          <a:endParaRPr lang="en-US"/>
        </a:p>
      </dgm:t>
    </dgm:pt>
    <dgm:pt modelId="{7A7F812A-772B-4FA4-B8FF-12753171BDA5}">
      <dgm:prSet/>
      <dgm:spPr/>
      <dgm:t>
        <a:bodyPr/>
        <a:lstStyle/>
        <a:p>
          <a:r>
            <a:rPr lang="en-US" dirty="0"/>
            <a:t>Range should be less than 20 ideally as close to 1&gt; as possible</a:t>
          </a:r>
        </a:p>
      </dgm:t>
    </dgm:pt>
    <dgm:pt modelId="{6B389D5F-A46D-4510-BBE1-A78099082341}" type="parTrans" cxnId="{3139188B-03E2-4BB1-98B0-F84109E20C27}">
      <dgm:prSet/>
      <dgm:spPr/>
      <dgm:t>
        <a:bodyPr/>
        <a:lstStyle/>
        <a:p>
          <a:endParaRPr lang="en-US"/>
        </a:p>
      </dgm:t>
    </dgm:pt>
    <dgm:pt modelId="{7A996020-AFD2-4734-B82B-270C4C174D6D}" type="sibTrans" cxnId="{3139188B-03E2-4BB1-98B0-F84109E20C27}">
      <dgm:prSet/>
      <dgm:spPr/>
      <dgm:t>
        <a:bodyPr/>
        <a:lstStyle/>
        <a:p>
          <a:endParaRPr lang="en-US"/>
        </a:p>
      </dgm:t>
    </dgm:pt>
    <dgm:pt modelId="{8CBBEE15-AC3F-4729-85CB-32F82F6518AB}">
      <dgm:prSet/>
      <dgm:spPr/>
      <dgm:t>
        <a:bodyPr/>
        <a:lstStyle/>
        <a:p>
          <a:r>
            <a:rPr lang="en-US" dirty="0"/>
            <a:t>Calculated through a combination of Position, Horizontal, Vertical, and Time DOP</a:t>
          </a:r>
        </a:p>
      </dgm:t>
    </dgm:pt>
    <dgm:pt modelId="{864CB6BE-286C-4145-9439-39D5CAA7F569}" type="parTrans" cxnId="{14E8BCDD-06C4-4862-8C35-EE0F7212A869}">
      <dgm:prSet/>
      <dgm:spPr/>
      <dgm:t>
        <a:bodyPr/>
        <a:lstStyle/>
        <a:p>
          <a:endParaRPr lang="en-US"/>
        </a:p>
      </dgm:t>
    </dgm:pt>
    <dgm:pt modelId="{93999CC2-519B-43EA-A2FF-2B944FB3FE46}" type="sibTrans" cxnId="{14E8BCDD-06C4-4862-8C35-EE0F7212A869}">
      <dgm:prSet/>
      <dgm:spPr/>
      <dgm:t>
        <a:bodyPr/>
        <a:lstStyle/>
        <a:p>
          <a:endParaRPr lang="en-US"/>
        </a:p>
      </dgm:t>
    </dgm:pt>
    <dgm:pt modelId="{B97ACA8A-A053-4AE0-9A9F-A4A096D5B511}" type="pres">
      <dgm:prSet presAssocID="{EE57E30F-6BFD-4D2F-A2E4-A548E3B070D9}" presName="linear" presStyleCnt="0">
        <dgm:presLayoutVars>
          <dgm:animLvl val="lvl"/>
          <dgm:resizeHandles val="exact"/>
        </dgm:presLayoutVars>
      </dgm:prSet>
      <dgm:spPr/>
    </dgm:pt>
    <dgm:pt modelId="{119E60AD-2704-475F-860B-E3BAF34A2EAE}" type="pres">
      <dgm:prSet presAssocID="{E39D188A-B900-4B4D-95EF-84BA542A3F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EF6DF7-F358-4B99-959F-F5F147F03C35}" type="pres">
      <dgm:prSet presAssocID="{5DEC7DD8-C5B9-4FBB-88E5-F18BA222CFC6}" presName="spacer" presStyleCnt="0"/>
      <dgm:spPr/>
    </dgm:pt>
    <dgm:pt modelId="{DA9E235C-8DE2-4759-B3D9-44898A6CE0E4}" type="pres">
      <dgm:prSet presAssocID="{7A7F812A-772B-4FA4-B8FF-12753171BD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A4E3A25-A063-4AE9-B801-492496B15413}" type="pres">
      <dgm:prSet presAssocID="{7A996020-AFD2-4734-B82B-270C4C174D6D}" presName="spacer" presStyleCnt="0"/>
      <dgm:spPr/>
    </dgm:pt>
    <dgm:pt modelId="{1440E45D-DCD4-4936-AF42-64A242A310A7}" type="pres">
      <dgm:prSet presAssocID="{8CBBEE15-AC3F-4729-85CB-32F82F6518A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8E33E5A-FA65-4BD0-B691-7BE24CEA915A}" type="presOf" srcId="{EE57E30F-6BFD-4D2F-A2E4-A548E3B070D9}" destId="{B97ACA8A-A053-4AE0-9A9F-A4A096D5B511}" srcOrd="0" destOrd="0" presId="urn:microsoft.com/office/officeart/2005/8/layout/vList2"/>
    <dgm:cxn modelId="{C9C83787-9D6C-4C40-B1D6-F33472B401A2}" type="presOf" srcId="{8CBBEE15-AC3F-4729-85CB-32F82F6518AB}" destId="{1440E45D-DCD4-4936-AF42-64A242A310A7}" srcOrd="0" destOrd="0" presId="urn:microsoft.com/office/officeart/2005/8/layout/vList2"/>
    <dgm:cxn modelId="{4EC8DF88-EB75-4083-AA25-A2E26D6286BB}" type="presOf" srcId="{7A7F812A-772B-4FA4-B8FF-12753171BDA5}" destId="{DA9E235C-8DE2-4759-B3D9-44898A6CE0E4}" srcOrd="0" destOrd="0" presId="urn:microsoft.com/office/officeart/2005/8/layout/vList2"/>
    <dgm:cxn modelId="{3139188B-03E2-4BB1-98B0-F84109E20C27}" srcId="{EE57E30F-6BFD-4D2F-A2E4-A548E3B070D9}" destId="{7A7F812A-772B-4FA4-B8FF-12753171BDA5}" srcOrd="1" destOrd="0" parTransId="{6B389D5F-A46D-4510-BBE1-A78099082341}" sibTransId="{7A996020-AFD2-4734-B82B-270C4C174D6D}"/>
    <dgm:cxn modelId="{5A6C889D-7775-405C-9555-0AC669D3C20F}" type="presOf" srcId="{E39D188A-B900-4B4D-95EF-84BA542A3F79}" destId="{119E60AD-2704-475F-860B-E3BAF34A2EAE}" srcOrd="0" destOrd="0" presId="urn:microsoft.com/office/officeart/2005/8/layout/vList2"/>
    <dgm:cxn modelId="{2F5DD49E-B807-4F61-B85A-2948A3A52209}" srcId="{EE57E30F-6BFD-4D2F-A2E4-A548E3B070D9}" destId="{E39D188A-B900-4B4D-95EF-84BA542A3F79}" srcOrd="0" destOrd="0" parTransId="{CBC246CF-CA91-4C58-BFAE-AE32D1361FF7}" sibTransId="{5DEC7DD8-C5B9-4FBB-88E5-F18BA222CFC6}"/>
    <dgm:cxn modelId="{14E8BCDD-06C4-4862-8C35-EE0F7212A869}" srcId="{EE57E30F-6BFD-4D2F-A2E4-A548E3B070D9}" destId="{8CBBEE15-AC3F-4729-85CB-32F82F6518AB}" srcOrd="2" destOrd="0" parTransId="{864CB6BE-286C-4145-9439-39D5CAA7F569}" sibTransId="{93999CC2-519B-43EA-A2FF-2B944FB3FE46}"/>
    <dgm:cxn modelId="{F5F05D6B-9728-480E-88A1-6C20463F217B}" type="presParOf" srcId="{B97ACA8A-A053-4AE0-9A9F-A4A096D5B511}" destId="{119E60AD-2704-475F-860B-E3BAF34A2EAE}" srcOrd="0" destOrd="0" presId="urn:microsoft.com/office/officeart/2005/8/layout/vList2"/>
    <dgm:cxn modelId="{C3CDA6B8-D4DA-4097-BD51-472F46EDDBB1}" type="presParOf" srcId="{B97ACA8A-A053-4AE0-9A9F-A4A096D5B511}" destId="{54EF6DF7-F358-4B99-959F-F5F147F03C35}" srcOrd="1" destOrd="0" presId="urn:microsoft.com/office/officeart/2005/8/layout/vList2"/>
    <dgm:cxn modelId="{ECE16873-56D4-4608-8DBC-DF1D07770446}" type="presParOf" srcId="{B97ACA8A-A053-4AE0-9A9F-A4A096D5B511}" destId="{DA9E235C-8DE2-4759-B3D9-44898A6CE0E4}" srcOrd="2" destOrd="0" presId="urn:microsoft.com/office/officeart/2005/8/layout/vList2"/>
    <dgm:cxn modelId="{469B9343-FAC2-494A-BBA4-E6E3CF8BD7AB}" type="presParOf" srcId="{B97ACA8A-A053-4AE0-9A9F-A4A096D5B511}" destId="{7A4E3A25-A063-4AE9-B801-492496B15413}" srcOrd="3" destOrd="0" presId="urn:microsoft.com/office/officeart/2005/8/layout/vList2"/>
    <dgm:cxn modelId="{9D9454EE-57B9-4A8C-A657-908EF33B5367}" type="presParOf" srcId="{B97ACA8A-A053-4AE0-9A9F-A4A096D5B511}" destId="{1440E45D-DCD4-4936-AF42-64A242A310A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ADF255-5E47-46C0-A5BC-63E7F3C5F80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CE7A63-31AC-4C68-89CC-50CCE5C413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Proximity- Based Services (PBS)</a:t>
          </a:r>
        </a:p>
      </dgm:t>
    </dgm:pt>
    <dgm:pt modelId="{A476F051-9B56-468D-BC99-A8E542C1AB5C}" type="parTrans" cxnId="{80D24524-518E-481A-BEAB-510B1D978A53}">
      <dgm:prSet/>
      <dgm:spPr/>
      <dgm:t>
        <a:bodyPr/>
        <a:lstStyle/>
        <a:p>
          <a:endParaRPr lang="en-US"/>
        </a:p>
      </dgm:t>
    </dgm:pt>
    <dgm:pt modelId="{44884646-CB53-459C-995D-C81490213C34}" type="sibTrans" cxnId="{80D24524-518E-481A-BEAB-510B1D978A53}">
      <dgm:prSet/>
      <dgm:spPr/>
      <dgm:t>
        <a:bodyPr/>
        <a:lstStyle/>
        <a:p>
          <a:endParaRPr lang="en-US"/>
        </a:p>
      </dgm:t>
    </dgm:pt>
    <dgm:pt modelId="{5BA22784-6B3D-49F8-800E-E594D76B81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Alerts for nearby beacons, restricted zones, equipment and guidance</a:t>
          </a:r>
        </a:p>
      </dgm:t>
    </dgm:pt>
    <dgm:pt modelId="{74DA6DA3-2914-4262-8C09-0AA83F981B55}" type="parTrans" cxnId="{8BC8D3F7-3312-4B79-9A65-3AAE9103F823}">
      <dgm:prSet/>
      <dgm:spPr/>
      <dgm:t>
        <a:bodyPr/>
        <a:lstStyle/>
        <a:p>
          <a:endParaRPr lang="en-US"/>
        </a:p>
      </dgm:t>
    </dgm:pt>
    <dgm:pt modelId="{56F51175-08CA-4B95-9A23-D21EA9D4B7C4}" type="sibTrans" cxnId="{8BC8D3F7-3312-4B79-9A65-3AAE9103F823}">
      <dgm:prSet/>
      <dgm:spPr/>
      <dgm:t>
        <a:bodyPr/>
        <a:lstStyle/>
        <a:p>
          <a:endParaRPr lang="en-US"/>
        </a:p>
      </dgm:t>
    </dgm:pt>
    <dgm:pt modelId="{A57F905D-A30A-4BDD-8FBF-BFB4B79140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Location-Based services (LBS)</a:t>
          </a:r>
        </a:p>
      </dgm:t>
    </dgm:pt>
    <dgm:pt modelId="{A7BA0518-9348-42D4-B8F0-A2378D4D5A26}" type="parTrans" cxnId="{C5DDB687-CDED-44C9-89F9-A9BC540DE7CF}">
      <dgm:prSet/>
      <dgm:spPr/>
      <dgm:t>
        <a:bodyPr/>
        <a:lstStyle/>
        <a:p>
          <a:endParaRPr lang="en-US"/>
        </a:p>
      </dgm:t>
    </dgm:pt>
    <dgm:pt modelId="{05C40218-7F5B-4F7D-B245-8853D5F818B0}" type="sibTrans" cxnId="{C5DDB687-CDED-44C9-89F9-A9BC540DE7CF}">
      <dgm:prSet/>
      <dgm:spPr/>
      <dgm:t>
        <a:bodyPr/>
        <a:lstStyle/>
        <a:p>
          <a:endParaRPr lang="en-US"/>
        </a:p>
      </dgm:t>
    </dgm:pt>
    <dgm:pt modelId="{4A1B6823-D40E-4695-B31C-9F942BEC03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Positioning for complex modules</a:t>
          </a:r>
        </a:p>
      </dgm:t>
    </dgm:pt>
    <dgm:pt modelId="{A3888B6D-1136-49D4-9F29-89A52C3834C5}" type="parTrans" cxnId="{99C68296-E986-452E-A89A-719E53200235}">
      <dgm:prSet/>
      <dgm:spPr/>
      <dgm:t>
        <a:bodyPr/>
        <a:lstStyle/>
        <a:p>
          <a:endParaRPr lang="en-US"/>
        </a:p>
      </dgm:t>
    </dgm:pt>
    <dgm:pt modelId="{C53E4573-14D2-4BAD-A68B-C07DC3594698}" type="sibTrans" cxnId="{99C68296-E986-452E-A89A-719E53200235}">
      <dgm:prSet/>
      <dgm:spPr/>
      <dgm:t>
        <a:bodyPr/>
        <a:lstStyle/>
        <a:p>
          <a:endParaRPr lang="en-US"/>
        </a:p>
      </dgm:t>
    </dgm:pt>
    <dgm:pt modelId="{21CED955-E9C5-4482-BCCC-193BE1CFA3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Real- Time locating Systems (RTLS) </a:t>
          </a:r>
        </a:p>
      </dgm:t>
    </dgm:pt>
    <dgm:pt modelId="{B669FC04-0E8F-4FB3-9CA8-C188611321FE}" type="parTrans" cxnId="{AE171683-00EC-42D0-B0F2-43BF0EC4F92C}">
      <dgm:prSet/>
      <dgm:spPr/>
      <dgm:t>
        <a:bodyPr/>
        <a:lstStyle/>
        <a:p>
          <a:endParaRPr lang="en-US"/>
        </a:p>
      </dgm:t>
    </dgm:pt>
    <dgm:pt modelId="{24270225-8F2C-48BA-8D38-DA9F8268D739}" type="sibTrans" cxnId="{AE171683-00EC-42D0-B0F2-43BF0EC4F92C}">
      <dgm:prSet/>
      <dgm:spPr/>
      <dgm:t>
        <a:bodyPr/>
        <a:lstStyle/>
        <a:p>
          <a:endParaRPr lang="en-US"/>
        </a:p>
      </dgm:t>
    </dgm:pt>
    <dgm:pt modelId="{FF567659-3F5B-4155-B6E3-FEAF7C9439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accurate navigation and resource management when GPS is unavailable of unreliable</a:t>
          </a:r>
        </a:p>
      </dgm:t>
    </dgm:pt>
    <dgm:pt modelId="{D38371D9-775B-4457-A2CD-BCA0DDBC7EAD}" type="parTrans" cxnId="{06056A52-4D3D-4064-977B-3FE458AFDAD9}">
      <dgm:prSet/>
      <dgm:spPr/>
      <dgm:t>
        <a:bodyPr/>
        <a:lstStyle/>
        <a:p>
          <a:endParaRPr lang="en-US"/>
        </a:p>
      </dgm:t>
    </dgm:pt>
    <dgm:pt modelId="{B0AB9356-2A96-45AA-8C44-3BD13096253F}" type="sibTrans" cxnId="{06056A52-4D3D-4064-977B-3FE458AFDAD9}">
      <dgm:prSet/>
      <dgm:spPr/>
      <dgm:t>
        <a:bodyPr/>
        <a:lstStyle/>
        <a:p>
          <a:endParaRPr lang="en-US"/>
        </a:p>
      </dgm:t>
    </dgm:pt>
    <dgm:pt modelId="{1D6B3197-EC26-4315-BE72-E77F93E485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Integrated Sensors </a:t>
          </a:r>
        </a:p>
      </dgm:t>
    </dgm:pt>
    <dgm:pt modelId="{C57C4B3F-2D0E-43C9-AB99-110900F8D37B}" type="parTrans" cxnId="{FF53C5F0-64E3-4D91-B569-07BE72351549}">
      <dgm:prSet/>
      <dgm:spPr/>
      <dgm:t>
        <a:bodyPr/>
        <a:lstStyle/>
        <a:p>
          <a:endParaRPr lang="en-US"/>
        </a:p>
      </dgm:t>
    </dgm:pt>
    <dgm:pt modelId="{B777538D-B326-4718-943A-2CBC0EFCF179}" type="sibTrans" cxnId="{FF53C5F0-64E3-4D91-B569-07BE72351549}">
      <dgm:prSet/>
      <dgm:spPr/>
      <dgm:t>
        <a:bodyPr/>
        <a:lstStyle/>
        <a:p>
          <a:endParaRPr lang="en-US"/>
        </a:p>
      </dgm:t>
    </dgm:pt>
    <dgm:pt modelId="{F917CC25-560D-4875-9BA6-23456C653C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for monitoring, and triggering functions</a:t>
          </a:r>
        </a:p>
      </dgm:t>
    </dgm:pt>
    <dgm:pt modelId="{8AE63648-BEE5-4298-8346-2E7409686E4B}" type="parTrans" cxnId="{F3308EFB-8BCD-4E15-9144-B09D5285A5BC}">
      <dgm:prSet/>
      <dgm:spPr/>
      <dgm:t>
        <a:bodyPr/>
        <a:lstStyle/>
        <a:p>
          <a:endParaRPr lang="en-US"/>
        </a:p>
      </dgm:t>
    </dgm:pt>
    <dgm:pt modelId="{7DBDBB9C-D3EC-4423-9639-1E35DBBF55C9}" type="sibTrans" cxnId="{F3308EFB-8BCD-4E15-9144-B09D5285A5BC}">
      <dgm:prSet/>
      <dgm:spPr/>
      <dgm:t>
        <a:bodyPr/>
        <a:lstStyle/>
        <a:p>
          <a:endParaRPr lang="en-US"/>
        </a:p>
      </dgm:t>
    </dgm:pt>
    <dgm:pt modelId="{137278BD-B980-4F40-AEEB-157AFE62947C}" type="pres">
      <dgm:prSet presAssocID="{7FADF255-5E47-46C0-A5BC-63E7F3C5F807}" presName="root" presStyleCnt="0">
        <dgm:presLayoutVars>
          <dgm:dir/>
          <dgm:resizeHandles val="exact"/>
        </dgm:presLayoutVars>
      </dgm:prSet>
      <dgm:spPr/>
    </dgm:pt>
    <dgm:pt modelId="{6303E8BE-9DF6-4C3C-B62A-44DC0FCA244B}" type="pres">
      <dgm:prSet presAssocID="{EBCE7A63-31AC-4C68-89CC-50CCE5C413AF}" presName="compNode" presStyleCnt="0"/>
      <dgm:spPr/>
    </dgm:pt>
    <dgm:pt modelId="{75C91009-33B4-41F4-BCD5-44AD2917A44E}" type="pres">
      <dgm:prSet presAssocID="{EBCE7A63-31AC-4C68-89CC-50CCE5C413A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"/>
        </a:ext>
      </dgm:extLst>
    </dgm:pt>
    <dgm:pt modelId="{10465352-C0E2-4B83-84A4-712B741225DE}" type="pres">
      <dgm:prSet presAssocID="{EBCE7A63-31AC-4C68-89CC-50CCE5C413AF}" presName="iconSpace" presStyleCnt="0"/>
      <dgm:spPr/>
    </dgm:pt>
    <dgm:pt modelId="{90EE9AFB-B8E3-4E79-9CBB-F5381B7410E1}" type="pres">
      <dgm:prSet presAssocID="{EBCE7A63-31AC-4C68-89CC-50CCE5C413AF}" presName="parTx" presStyleLbl="revTx" presStyleIdx="0" presStyleCnt="8">
        <dgm:presLayoutVars>
          <dgm:chMax val="0"/>
          <dgm:chPref val="0"/>
        </dgm:presLayoutVars>
      </dgm:prSet>
      <dgm:spPr/>
    </dgm:pt>
    <dgm:pt modelId="{4A3F7CD3-FDC5-4293-A42C-A4B0537D6535}" type="pres">
      <dgm:prSet presAssocID="{EBCE7A63-31AC-4C68-89CC-50CCE5C413AF}" presName="txSpace" presStyleCnt="0"/>
      <dgm:spPr/>
    </dgm:pt>
    <dgm:pt modelId="{DEB0ECD5-5BE9-4006-9028-AC7882F47552}" type="pres">
      <dgm:prSet presAssocID="{EBCE7A63-31AC-4C68-89CC-50CCE5C413AF}" presName="desTx" presStyleLbl="revTx" presStyleIdx="1" presStyleCnt="8">
        <dgm:presLayoutVars/>
      </dgm:prSet>
      <dgm:spPr/>
    </dgm:pt>
    <dgm:pt modelId="{0CBE7C69-8823-470B-83C8-2AF4628DD4C7}" type="pres">
      <dgm:prSet presAssocID="{44884646-CB53-459C-995D-C81490213C34}" presName="sibTrans" presStyleCnt="0"/>
      <dgm:spPr/>
    </dgm:pt>
    <dgm:pt modelId="{018CF92E-5C5D-47C3-A659-104CD559216A}" type="pres">
      <dgm:prSet presAssocID="{A57F905D-A30A-4BDD-8FBF-BFB4B7914036}" presName="compNode" presStyleCnt="0"/>
      <dgm:spPr/>
    </dgm:pt>
    <dgm:pt modelId="{85F2F0CD-9203-49A9-9676-8FB13306FE80}" type="pres">
      <dgm:prSet presAssocID="{A57F905D-A30A-4BDD-8FBF-BFB4B79140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0C6594F3-917D-4558-B655-3ED57BB2E4BF}" type="pres">
      <dgm:prSet presAssocID="{A57F905D-A30A-4BDD-8FBF-BFB4B7914036}" presName="iconSpace" presStyleCnt="0"/>
      <dgm:spPr/>
    </dgm:pt>
    <dgm:pt modelId="{4DCED7FA-9BBD-433F-A71F-7F6768ABCF24}" type="pres">
      <dgm:prSet presAssocID="{A57F905D-A30A-4BDD-8FBF-BFB4B7914036}" presName="parTx" presStyleLbl="revTx" presStyleIdx="2" presStyleCnt="8">
        <dgm:presLayoutVars>
          <dgm:chMax val="0"/>
          <dgm:chPref val="0"/>
        </dgm:presLayoutVars>
      </dgm:prSet>
      <dgm:spPr/>
    </dgm:pt>
    <dgm:pt modelId="{87174E9A-3D35-4B48-A500-B2525006A03A}" type="pres">
      <dgm:prSet presAssocID="{A57F905D-A30A-4BDD-8FBF-BFB4B7914036}" presName="txSpace" presStyleCnt="0"/>
      <dgm:spPr/>
    </dgm:pt>
    <dgm:pt modelId="{C7D530CF-C854-4192-904C-539A0EBD9CBE}" type="pres">
      <dgm:prSet presAssocID="{A57F905D-A30A-4BDD-8FBF-BFB4B7914036}" presName="desTx" presStyleLbl="revTx" presStyleIdx="3" presStyleCnt="8">
        <dgm:presLayoutVars/>
      </dgm:prSet>
      <dgm:spPr/>
    </dgm:pt>
    <dgm:pt modelId="{73D36548-688F-4766-B8E4-24202749BA60}" type="pres">
      <dgm:prSet presAssocID="{05C40218-7F5B-4F7D-B245-8853D5F818B0}" presName="sibTrans" presStyleCnt="0"/>
      <dgm:spPr/>
    </dgm:pt>
    <dgm:pt modelId="{BA5FB574-24F4-479D-BDFC-A8309A144BFE}" type="pres">
      <dgm:prSet presAssocID="{21CED955-E9C5-4482-BCCC-193BE1CFA3E4}" presName="compNode" presStyleCnt="0"/>
      <dgm:spPr/>
    </dgm:pt>
    <dgm:pt modelId="{8DAD319A-E453-4C88-9D31-76C26DFE8403}" type="pres">
      <dgm:prSet presAssocID="{21CED955-E9C5-4482-BCCC-193BE1CFA3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EC5E92FC-8A59-4464-8A46-34DF83450171}" type="pres">
      <dgm:prSet presAssocID="{21CED955-E9C5-4482-BCCC-193BE1CFA3E4}" presName="iconSpace" presStyleCnt="0"/>
      <dgm:spPr/>
    </dgm:pt>
    <dgm:pt modelId="{BF7C11CB-255B-4067-BBF0-F3D9A0351348}" type="pres">
      <dgm:prSet presAssocID="{21CED955-E9C5-4482-BCCC-193BE1CFA3E4}" presName="parTx" presStyleLbl="revTx" presStyleIdx="4" presStyleCnt="8">
        <dgm:presLayoutVars>
          <dgm:chMax val="0"/>
          <dgm:chPref val="0"/>
        </dgm:presLayoutVars>
      </dgm:prSet>
      <dgm:spPr/>
    </dgm:pt>
    <dgm:pt modelId="{F33B2ABF-CAC0-47F1-94CB-E18FDE0943B4}" type="pres">
      <dgm:prSet presAssocID="{21CED955-E9C5-4482-BCCC-193BE1CFA3E4}" presName="txSpace" presStyleCnt="0"/>
      <dgm:spPr/>
    </dgm:pt>
    <dgm:pt modelId="{C036BC53-6D6D-48B9-8503-17C0F060406F}" type="pres">
      <dgm:prSet presAssocID="{21CED955-E9C5-4482-BCCC-193BE1CFA3E4}" presName="desTx" presStyleLbl="revTx" presStyleIdx="5" presStyleCnt="8">
        <dgm:presLayoutVars/>
      </dgm:prSet>
      <dgm:spPr/>
    </dgm:pt>
    <dgm:pt modelId="{6439F500-B591-46CC-898F-4BF1873B7E5B}" type="pres">
      <dgm:prSet presAssocID="{24270225-8F2C-48BA-8D38-DA9F8268D739}" presName="sibTrans" presStyleCnt="0"/>
      <dgm:spPr/>
    </dgm:pt>
    <dgm:pt modelId="{D17354B6-82D9-4EB7-AC47-0629BC74EA78}" type="pres">
      <dgm:prSet presAssocID="{1D6B3197-EC26-4315-BE72-E77F93E4850E}" presName="compNode" presStyleCnt="0"/>
      <dgm:spPr/>
    </dgm:pt>
    <dgm:pt modelId="{2217687A-0254-4A7B-8DE1-DEC31ADE10B0}" type="pres">
      <dgm:prSet presAssocID="{1D6B3197-EC26-4315-BE72-E77F93E4850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6618604-65D6-42A2-9E20-8457DA413DE8}" type="pres">
      <dgm:prSet presAssocID="{1D6B3197-EC26-4315-BE72-E77F93E4850E}" presName="iconSpace" presStyleCnt="0"/>
      <dgm:spPr/>
    </dgm:pt>
    <dgm:pt modelId="{825DC327-9D14-4833-B554-6C83FC5BD044}" type="pres">
      <dgm:prSet presAssocID="{1D6B3197-EC26-4315-BE72-E77F93E4850E}" presName="parTx" presStyleLbl="revTx" presStyleIdx="6" presStyleCnt="8">
        <dgm:presLayoutVars>
          <dgm:chMax val="0"/>
          <dgm:chPref val="0"/>
        </dgm:presLayoutVars>
      </dgm:prSet>
      <dgm:spPr/>
    </dgm:pt>
    <dgm:pt modelId="{D062511F-4F28-4734-9D49-4DCAA609D26B}" type="pres">
      <dgm:prSet presAssocID="{1D6B3197-EC26-4315-BE72-E77F93E4850E}" presName="txSpace" presStyleCnt="0"/>
      <dgm:spPr/>
    </dgm:pt>
    <dgm:pt modelId="{EF1F549A-BC35-476C-9471-8342A4F2B9C4}" type="pres">
      <dgm:prSet presAssocID="{1D6B3197-EC26-4315-BE72-E77F93E4850E}" presName="desTx" presStyleLbl="revTx" presStyleIdx="7" presStyleCnt="8">
        <dgm:presLayoutVars/>
      </dgm:prSet>
      <dgm:spPr/>
    </dgm:pt>
  </dgm:ptLst>
  <dgm:cxnLst>
    <dgm:cxn modelId="{9A94131D-2ED2-46C9-A799-C6195B9265A1}" type="presOf" srcId="{7FADF255-5E47-46C0-A5BC-63E7F3C5F807}" destId="{137278BD-B980-4F40-AEEB-157AFE62947C}" srcOrd="0" destOrd="0" presId="urn:microsoft.com/office/officeart/2018/2/layout/IconLabelDescriptionList"/>
    <dgm:cxn modelId="{80D24524-518E-481A-BEAB-510B1D978A53}" srcId="{7FADF255-5E47-46C0-A5BC-63E7F3C5F807}" destId="{EBCE7A63-31AC-4C68-89CC-50CCE5C413AF}" srcOrd="0" destOrd="0" parTransId="{A476F051-9B56-468D-BC99-A8E542C1AB5C}" sibTransId="{44884646-CB53-459C-995D-C81490213C34}"/>
    <dgm:cxn modelId="{A4568C27-B514-4300-9541-7F3810A99DAA}" type="presOf" srcId="{21CED955-E9C5-4482-BCCC-193BE1CFA3E4}" destId="{BF7C11CB-255B-4067-BBF0-F3D9A0351348}" srcOrd="0" destOrd="0" presId="urn:microsoft.com/office/officeart/2018/2/layout/IconLabelDescriptionList"/>
    <dgm:cxn modelId="{0CBAF75B-BA0B-4675-BDF4-8AE1A0BC7B7E}" type="presOf" srcId="{A57F905D-A30A-4BDD-8FBF-BFB4B7914036}" destId="{4DCED7FA-9BBD-433F-A71F-7F6768ABCF24}" srcOrd="0" destOrd="0" presId="urn:microsoft.com/office/officeart/2018/2/layout/IconLabelDescriptionList"/>
    <dgm:cxn modelId="{5958A346-4239-47E3-B7B6-78B7B6DD83B0}" type="presOf" srcId="{4A1B6823-D40E-4695-B31C-9F942BEC0364}" destId="{C7D530CF-C854-4192-904C-539A0EBD9CBE}" srcOrd="0" destOrd="0" presId="urn:microsoft.com/office/officeart/2018/2/layout/IconLabelDescriptionList"/>
    <dgm:cxn modelId="{0502C86C-45F6-49E8-AA42-D41ED9A8F859}" type="presOf" srcId="{EBCE7A63-31AC-4C68-89CC-50CCE5C413AF}" destId="{90EE9AFB-B8E3-4E79-9CBB-F5381B7410E1}" srcOrd="0" destOrd="0" presId="urn:microsoft.com/office/officeart/2018/2/layout/IconLabelDescriptionList"/>
    <dgm:cxn modelId="{06056A52-4D3D-4064-977B-3FE458AFDAD9}" srcId="{21CED955-E9C5-4482-BCCC-193BE1CFA3E4}" destId="{FF567659-3F5B-4155-B6E3-FEAF7C9439CB}" srcOrd="0" destOrd="0" parTransId="{D38371D9-775B-4457-A2CD-BCA0DDBC7EAD}" sibTransId="{B0AB9356-2A96-45AA-8C44-3BD13096253F}"/>
    <dgm:cxn modelId="{D81F3355-7B88-4135-82F5-E96F86173B96}" type="presOf" srcId="{FF567659-3F5B-4155-B6E3-FEAF7C9439CB}" destId="{C036BC53-6D6D-48B9-8503-17C0F060406F}" srcOrd="0" destOrd="0" presId="urn:microsoft.com/office/officeart/2018/2/layout/IconLabelDescriptionList"/>
    <dgm:cxn modelId="{AE171683-00EC-42D0-B0F2-43BF0EC4F92C}" srcId="{7FADF255-5E47-46C0-A5BC-63E7F3C5F807}" destId="{21CED955-E9C5-4482-BCCC-193BE1CFA3E4}" srcOrd="2" destOrd="0" parTransId="{B669FC04-0E8F-4FB3-9CA8-C188611321FE}" sibTransId="{24270225-8F2C-48BA-8D38-DA9F8268D739}"/>
    <dgm:cxn modelId="{C5DDB687-CDED-44C9-89F9-A9BC540DE7CF}" srcId="{7FADF255-5E47-46C0-A5BC-63E7F3C5F807}" destId="{A57F905D-A30A-4BDD-8FBF-BFB4B7914036}" srcOrd="1" destOrd="0" parTransId="{A7BA0518-9348-42D4-B8F0-A2378D4D5A26}" sibTransId="{05C40218-7F5B-4F7D-B245-8853D5F818B0}"/>
    <dgm:cxn modelId="{99C68296-E986-452E-A89A-719E53200235}" srcId="{A57F905D-A30A-4BDD-8FBF-BFB4B7914036}" destId="{4A1B6823-D40E-4695-B31C-9F942BEC0364}" srcOrd="0" destOrd="0" parTransId="{A3888B6D-1136-49D4-9F29-89A52C3834C5}" sibTransId="{C53E4573-14D2-4BAD-A68B-C07DC3594698}"/>
    <dgm:cxn modelId="{48D19E9C-C6AA-4DE6-A9A3-732B266352B1}" type="presOf" srcId="{1D6B3197-EC26-4315-BE72-E77F93E4850E}" destId="{825DC327-9D14-4833-B554-6C83FC5BD044}" srcOrd="0" destOrd="0" presId="urn:microsoft.com/office/officeart/2018/2/layout/IconLabelDescriptionList"/>
    <dgm:cxn modelId="{FF53C5F0-64E3-4D91-B569-07BE72351549}" srcId="{7FADF255-5E47-46C0-A5BC-63E7F3C5F807}" destId="{1D6B3197-EC26-4315-BE72-E77F93E4850E}" srcOrd="3" destOrd="0" parTransId="{C57C4B3F-2D0E-43C9-AB99-110900F8D37B}" sibTransId="{B777538D-B326-4718-943A-2CBC0EFCF179}"/>
    <dgm:cxn modelId="{2E58F2F4-3D7C-4D8C-802F-0E1E634AD5B5}" type="presOf" srcId="{F917CC25-560D-4875-9BA6-23456C653CC2}" destId="{EF1F549A-BC35-476C-9471-8342A4F2B9C4}" srcOrd="0" destOrd="0" presId="urn:microsoft.com/office/officeart/2018/2/layout/IconLabelDescriptionList"/>
    <dgm:cxn modelId="{8BC8D3F7-3312-4B79-9A65-3AAE9103F823}" srcId="{EBCE7A63-31AC-4C68-89CC-50CCE5C413AF}" destId="{5BA22784-6B3D-49F8-800E-E594D76B8143}" srcOrd="0" destOrd="0" parTransId="{74DA6DA3-2914-4262-8C09-0AA83F981B55}" sibTransId="{56F51175-08CA-4B95-9A23-D21EA9D4B7C4}"/>
    <dgm:cxn modelId="{F3308EFB-8BCD-4E15-9144-B09D5285A5BC}" srcId="{1D6B3197-EC26-4315-BE72-E77F93E4850E}" destId="{F917CC25-560D-4875-9BA6-23456C653CC2}" srcOrd="0" destOrd="0" parTransId="{8AE63648-BEE5-4298-8346-2E7409686E4B}" sibTransId="{7DBDBB9C-D3EC-4423-9639-1E35DBBF55C9}"/>
    <dgm:cxn modelId="{5EBB57FD-0BB3-4C4C-9B8D-7445442F81E2}" type="presOf" srcId="{5BA22784-6B3D-49F8-800E-E594D76B8143}" destId="{DEB0ECD5-5BE9-4006-9028-AC7882F47552}" srcOrd="0" destOrd="0" presId="urn:microsoft.com/office/officeart/2018/2/layout/IconLabelDescriptionList"/>
    <dgm:cxn modelId="{2E2292BF-3DEF-4A3E-B51F-09DA7AF3BB18}" type="presParOf" srcId="{137278BD-B980-4F40-AEEB-157AFE62947C}" destId="{6303E8BE-9DF6-4C3C-B62A-44DC0FCA244B}" srcOrd="0" destOrd="0" presId="urn:microsoft.com/office/officeart/2018/2/layout/IconLabelDescriptionList"/>
    <dgm:cxn modelId="{8DB70740-4A9E-476C-B1E2-B483D2822D25}" type="presParOf" srcId="{6303E8BE-9DF6-4C3C-B62A-44DC0FCA244B}" destId="{75C91009-33B4-41F4-BCD5-44AD2917A44E}" srcOrd="0" destOrd="0" presId="urn:microsoft.com/office/officeart/2018/2/layout/IconLabelDescriptionList"/>
    <dgm:cxn modelId="{56FED5AE-E95B-4971-AE75-784DD650393B}" type="presParOf" srcId="{6303E8BE-9DF6-4C3C-B62A-44DC0FCA244B}" destId="{10465352-C0E2-4B83-84A4-712B741225DE}" srcOrd="1" destOrd="0" presId="urn:microsoft.com/office/officeart/2018/2/layout/IconLabelDescriptionList"/>
    <dgm:cxn modelId="{1AF8C8E3-223A-47D7-8FF9-9A6DB83D652B}" type="presParOf" srcId="{6303E8BE-9DF6-4C3C-B62A-44DC0FCA244B}" destId="{90EE9AFB-B8E3-4E79-9CBB-F5381B7410E1}" srcOrd="2" destOrd="0" presId="urn:microsoft.com/office/officeart/2018/2/layout/IconLabelDescriptionList"/>
    <dgm:cxn modelId="{003E0594-C356-49CB-8DC7-B9C2AAB3866E}" type="presParOf" srcId="{6303E8BE-9DF6-4C3C-B62A-44DC0FCA244B}" destId="{4A3F7CD3-FDC5-4293-A42C-A4B0537D6535}" srcOrd="3" destOrd="0" presId="urn:microsoft.com/office/officeart/2018/2/layout/IconLabelDescriptionList"/>
    <dgm:cxn modelId="{E8ABECC3-A14F-4A13-87C2-6284FF1E17B8}" type="presParOf" srcId="{6303E8BE-9DF6-4C3C-B62A-44DC0FCA244B}" destId="{DEB0ECD5-5BE9-4006-9028-AC7882F47552}" srcOrd="4" destOrd="0" presId="urn:microsoft.com/office/officeart/2018/2/layout/IconLabelDescriptionList"/>
    <dgm:cxn modelId="{8D0D6EC7-DC7A-4E8D-988A-669954600585}" type="presParOf" srcId="{137278BD-B980-4F40-AEEB-157AFE62947C}" destId="{0CBE7C69-8823-470B-83C8-2AF4628DD4C7}" srcOrd="1" destOrd="0" presId="urn:microsoft.com/office/officeart/2018/2/layout/IconLabelDescriptionList"/>
    <dgm:cxn modelId="{2D6D0310-F374-471C-956B-39E463EFE605}" type="presParOf" srcId="{137278BD-B980-4F40-AEEB-157AFE62947C}" destId="{018CF92E-5C5D-47C3-A659-104CD559216A}" srcOrd="2" destOrd="0" presId="urn:microsoft.com/office/officeart/2018/2/layout/IconLabelDescriptionList"/>
    <dgm:cxn modelId="{F940BA92-C998-4265-93DB-3C552BBDB191}" type="presParOf" srcId="{018CF92E-5C5D-47C3-A659-104CD559216A}" destId="{85F2F0CD-9203-49A9-9676-8FB13306FE80}" srcOrd="0" destOrd="0" presId="urn:microsoft.com/office/officeart/2018/2/layout/IconLabelDescriptionList"/>
    <dgm:cxn modelId="{2C3F6C63-998C-4BEB-B6EE-1FCF0C5C9DCB}" type="presParOf" srcId="{018CF92E-5C5D-47C3-A659-104CD559216A}" destId="{0C6594F3-917D-4558-B655-3ED57BB2E4BF}" srcOrd="1" destOrd="0" presId="urn:microsoft.com/office/officeart/2018/2/layout/IconLabelDescriptionList"/>
    <dgm:cxn modelId="{504AC847-0EF4-43D7-879C-032B5731ED94}" type="presParOf" srcId="{018CF92E-5C5D-47C3-A659-104CD559216A}" destId="{4DCED7FA-9BBD-433F-A71F-7F6768ABCF24}" srcOrd="2" destOrd="0" presId="urn:microsoft.com/office/officeart/2018/2/layout/IconLabelDescriptionList"/>
    <dgm:cxn modelId="{53298AF2-A5A3-40CB-82C6-C39D1B30253C}" type="presParOf" srcId="{018CF92E-5C5D-47C3-A659-104CD559216A}" destId="{87174E9A-3D35-4B48-A500-B2525006A03A}" srcOrd="3" destOrd="0" presId="urn:microsoft.com/office/officeart/2018/2/layout/IconLabelDescriptionList"/>
    <dgm:cxn modelId="{1E4B6AA5-4BA3-4D47-89A8-05D54DAD350E}" type="presParOf" srcId="{018CF92E-5C5D-47C3-A659-104CD559216A}" destId="{C7D530CF-C854-4192-904C-539A0EBD9CBE}" srcOrd="4" destOrd="0" presId="urn:microsoft.com/office/officeart/2018/2/layout/IconLabelDescriptionList"/>
    <dgm:cxn modelId="{7E17A4AF-B49F-489B-8D2D-9BD1A847495E}" type="presParOf" srcId="{137278BD-B980-4F40-AEEB-157AFE62947C}" destId="{73D36548-688F-4766-B8E4-24202749BA60}" srcOrd="3" destOrd="0" presId="urn:microsoft.com/office/officeart/2018/2/layout/IconLabelDescriptionList"/>
    <dgm:cxn modelId="{729E702F-AAD9-456F-98AD-8C499D7A404E}" type="presParOf" srcId="{137278BD-B980-4F40-AEEB-157AFE62947C}" destId="{BA5FB574-24F4-479D-BDFC-A8309A144BFE}" srcOrd="4" destOrd="0" presId="urn:microsoft.com/office/officeart/2018/2/layout/IconLabelDescriptionList"/>
    <dgm:cxn modelId="{967722F3-DF20-4295-ACB1-6E7043258AE7}" type="presParOf" srcId="{BA5FB574-24F4-479D-BDFC-A8309A144BFE}" destId="{8DAD319A-E453-4C88-9D31-76C26DFE8403}" srcOrd="0" destOrd="0" presId="urn:microsoft.com/office/officeart/2018/2/layout/IconLabelDescriptionList"/>
    <dgm:cxn modelId="{73DC1152-8DE0-4082-8248-3363FFE9D553}" type="presParOf" srcId="{BA5FB574-24F4-479D-BDFC-A8309A144BFE}" destId="{EC5E92FC-8A59-4464-8A46-34DF83450171}" srcOrd="1" destOrd="0" presId="urn:microsoft.com/office/officeart/2018/2/layout/IconLabelDescriptionList"/>
    <dgm:cxn modelId="{5594E5AC-4C92-42FD-9347-C46C68D4C7A5}" type="presParOf" srcId="{BA5FB574-24F4-479D-BDFC-A8309A144BFE}" destId="{BF7C11CB-255B-4067-BBF0-F3D9A0351348}" srcOrd="2" destOrd="0" presId="urn:microsoft.com/office/officeart/2018/2/layout/IconLabelDescriptionList"/>
    <dgm:cxn modelId="{220CFC17-2E4F-4D5F-A2E9-9559B7B70EB8}" type="presParOf" srcId="{BA5FB574-24F4-479D-BDFC-A8309A144BFE}" destId="{F33B2ABF-CAC0-47F1-94CB-E18FDE0943B4}" srcOrd="3" destOrd="0" presId="urn:microsoft.com/office/officeart/2018/2/layout/IconLabelDescriptionList"/>
    <dgm:cxn modelId="{14E42FDD-3998-454C-A726-17F8EE0C436B}" type="presParOf" srcId="{BA5FB574-24F4-479D-BDFC-A8309A144BFE}" destId="{C036BC53-6D6D-48B9-8503-17C0F060406F}" srcOrd="4" destOrd="0" presId="urn:microsoft.com/office/officeart/2018/2/layout/IconLabelDescriptionList"/>
    <dgm:cxn modelId="{585CB9DB-9E72-4A48-89D3-E4E6AD6BA02B}" type="presParOf" srcId="{137278BD-B980-4F40-AEEB-157AFE62947C}" destId="{6439F500-B591-46CC-898F-4BF1873B7E5B}" srcOrd="5" destOrd="0" presId="urn:microsoft.com/office/officeart/2018/2/layout/IconLabelDescriptionList"/>
    <dgm:cxn modelId="{853327F8-15CF-4BDE-9021-207E5F16523C}" type="presParOf" srcId="{137278BD-B980-4F40-AEEB-157AFE62947C}" destId="{D17354B6-82D9-4EB7-AC47-0629BC74EA78}" srcOrd="6" destOrd="0" presId="urn:microsoft.com/office/officeart/2018/2/layout/IconLabelDescriptionList"/>
    <dgm:cxn modelId="{791015EF-0435-47CD-9281-64FE94DED55B}" type="presParOf" srcId="{D17354B6-82D9-4EB7-AC47-0629BC74EA78}" destId="{2217687A-0254-4A7B-8DE1-DEC31ADE10B0}" srcOrd="0" destOrd="0" presId="urn:microsoft.com/office/officeart/2018/2/layout/IconLabelDescriptionList"/>
    <dgm:cxn modelId="{85D16C74-A1D4-439F-8988-5E7A304FB158}" type="presParOf" srcId="{D17354B6-82D9-4EB7-AC47-0629BC74EA78}" destId="{06618604-65D6-42A2-9E20-8457DA413DE8}" srcOrd="1" destOrd="0" presId="urn:microsoft.com/office/officeart/2018/2/layout/IconLabelDescriptionList"/>
    <dgm:cxn modelId="{F68DD7EC-5E87-4E9F-9C78-A37FDD7923EC}" type="presParOf" srcId="{D17354B6-82D9-4EB7-AC47-0629BC74EA78}" destId="{825DC327-9D14-4833-B554-6C83FC5BD044}" srcOrd="2" destOrd="0" presId="urn:microsoft.com/office/officeart/2018/2/layout/IconLabelDescriptionList"/>
    <dgm:cxn modelId="{F0A91D68-5FAF-4301-A292-0A323DA6D14F}" type="presParOf" srcId="{D17354B6-82D9-4EB7-AC47-0629BC74EA78}" destId="{D062511F-4F28-4734-9D49-4DCAA609D26B}" srcOrd="3" destOrd="0" presId="urn:microsoft.com/office/officeart/2018/2/layout/IconLabelDescriptionList"/>
    <dgm:cxn modelId="{BDF035BB-6C93-49EB-8DEC-F55F54A8D653}" type="presParOf" srcId="{D17354B6-82D9-4EB7-AC47-0629BC74EA78}" destId="{EF1F549A-BC35-476C-9471-8342A4F2B9C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9E60AD-2704-475F-860B-E3BAF34A2EAE}">
      <dsp:nvSpPr>
        <dsp:cNvPr id="0" name=""/>
        <dsp:cNvSpPr/>
      </dsp:nvSpPr>
      <dsp:spPr>
        <a:xfrm>
          <a:off x="0" y="5895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DOP </a:t>
          </a:r>
          <a:r>
            <a:rPr lang="en-US" sz="2500" kern="1200" dirty="0">
              <a:latin typeface="Aptos Display" panose="020F0302020204030204"/>
            </a:rPr>
            <a:t>is </a:t>
          </a:r>
          <a:r>
            <a:rPr lang="en-US" sz="2500" kern="1200" dirty="0"/>
            <a:t>term used to specify the number of errors in positional fix</a:t>
          </a:r>
        </a:p>
      </dsp:txBody>
      <dsp:txXfrm>
        <a:off x="68270" y="74165"/>
        <a:ext cx="5045060" cy="1261975"/>
      </dsp:txXfrm>
    </dsp:sp>
    <dsp:sp modelId="{DA9E235C-8DE2-4759-B3D9-44898A6CE0E4}">
      <dsp:nvSpPr>
        <dsp:cNvPr id="0" name=""/>
        <dsp:cNvSpPr/>
      </dsp:nvSpPr>
      <dsp:spPr>
        <a:xfrm>
          <a:off x="0" y="1476411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Range should be less than 20 ideally as close to 1&gt; as possible</a:t>
          </a:r>
        </a:p>
      </dsp:txBody>
      <dsp:txXfrm>
        <a:off x="68270" y="1544681"/>
        <a:ext cx="5045060" cy="1261975"/>
      </dsp:txXfrm>
    </dsp:sp>
    <dsp:sp modelId="{1440E45D-DCD4-4936-AF42-64A242A310A7}">
      <dsp:nvSpPr>
        <dsp:cNvPr id="0" name=""/>
        <dsp:cNvSpPr/>
      </dsp:nvSpPr>
      <dsp:spPr>
        <a:xfrm>
          <a:off x="0" y="2946926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Calculated through a combination of Position, Horizontal, Vertical, and Time DOP</a:t>
          </a:r>
        </a:p>
      </dsp:txBody>
      <dsp:txXfrm>
        <a:off x="68270" y="3015196"/>
        <a:ext cx="5045060" cy="12619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91009-33B4-41F4-BCD5-44AD2917A44E}">
      <dsp:nvSpPr>
        <dsp:cNvPr id="0" name=""/>
        <dsp:cNvSpPr/>
      </dsp:nvSpPr>
      <dsp:spPr>
        <a:xfrm>
          <a:off x="4126" y="852696"/>
          <a:ext cx="400148" cy="400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E9AFB-B8E3-4E79-9CBB-F5381B7410E1}">
      <dsp:nvSpPr>
        <dsp:cNvPr id="0" name=""/>
        <dsp:cNvSpPr/>
      </dsp:nvSpPr>
      <dsp:spPr>
        <a:xfrm>
          <a:off x="4126" y="1366620"/>
          <a:ext cx="1143281" cy="878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Proximity- Based Services (PBS)</a:t>
          </a:r>
        </a:p>
      </dsp:txBody>
      <dsp:txXfrm>
        <a:off x="4126" y="1366620"/>
        <a:ext cx="1143281" cy="878897"/>
      </dsp:txXfrm>
    </dsp:sp>
    <dsp:sp modelId="{DEB0ECD5-5BE9-4006-9028-AC7882F47552}">
      <dsp:nvSpPr>
        <dsp:cNvPr id="0" name=""/>
        <dsp:cNvSpPr/>
      </dsp:nvSpPr>
      <dsp:spPr>
        <a:xfrm>
          <a:off x="4126" y="2298436"/>
          <a:ext cx="1143281" cy="1200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Alerts for nearby beacons, restricted zones, equipment and guidance</a:t>
          </a:r>
        </a:p>
      </dsp:txBody>
      <dsp:txXfrm>
        <a:off x="4126" y="2298436"/>
        <a:ext cx="1143281" cy="1200204"/>
      </dsp:txXfrm>
    </dsp:sp>
    <dsp:sp modelId="{85F2F0CD-9203-49A9-9676-8FB13306FE80}">
      <dsp:nvSpPr>
        <dsp:cNvPr id="0" name=""/>
        <dsp:cNvSpPr/>
      </dsp:nvSpPr>
      <dsp:spPr>
        <a:xfrm>
          <a:off x="1347481" y="852696"/>
          <a:ext cx="400148" cy="400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ED7FA-9BBD-433F-A71F-7F6768ABCF24}">
      <dsp:nvSpPr>
        <dsp:cNvPr id="0" name=""/>
        <dsp:cNvSpPr/>
      </dsp:nvSpPr>
      <dsp:spPr>
        <a:xfrm>
          <a:off x="1347481" y="1366620"/>
          <a:ext cx="1143281" cy="878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Location-Based services (LBS)</a:t>
          </a:r>
        </a:p>
      </dsp:txBody>
      <dsp:txXfrm>
        <a:off x="1347481" y="1366620"/>
        <a:ext cx="1143281" cy="878897"/>
      </dsp:txXfrm>
    </dsp:sp>
    <dsp:sp modelId="{C7D530CF-C854-4192-904C-539A0EBD9CBE}">
      <dsp:nvSpPr>
        <dsp:cNvPr id="0" name=""/>
        <dsp:cNvSpPr/>
      </dsp:nvSpPr>
      <dsp:spPr>
        <a:xfrm>
          <a:off x="1347481" y="2298436"/>
          <a:ext cx="1143281" cy="1200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Positioning for complex modules</a:t>
          </a:r>
        </a:p>
      </dsp:txBody>
      <dsp:txXfrm>
        <a:off x="1347481" y="2298436"/>
        <a:ext cx="1143281" cy="1200204"/>
      </dsp:txXfrm>
    </dsp:sp>
    <dsp:sp modelId="{8DAD319A-E453-4C88-9D31-76C26DFE8403}">
      <dsp:nvSpPr>
        <dsp:cNvPr id="0" name=""/>
        <dsp:cNvSpPr/>
      </dsp:nvSpPr>
      <dsp:spPr>
        <a:xfrm>
          <a:off x="2690837" y="852696"/>
          <a:ext cx="400148" cy="4001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C11CB-255B-4067-BBF0-F3D9A0351348}">
      <dsp:nvSpPr>
        <dsp:cNvPr id="0" name=""/>
        <dsp:cNvSpPr/>
      </dsp:nvSpPr>
      <dsp:spPr>
        <a:xfrm>
          <a:off x="2690837" y="1366620"/>
          <a:ext cx="1143281" cy="878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Real- Time locating Systems (RTLS) </a:t>
          </a:r>
        </a:p>
      </dsp:txBody>
      <dsp:txXfrm>
        <a:off x="2690837" y="1366620"/>
        <a:ext cx="1143281" cy="878897"/>
      </dsp:txXfrm>
    </dsp:sp>
    <dsp:sp modelId="{C036BC53-6D6D-48B9-8503-17C0F060406F}">
      <dsp:nvSpPr>
        <dsp:cNvPr id="0" name=""/>
        <dsp:cNvSpPr/>
      </dsp:nvSpPr>
      <dsp:spPr>
        <a:xfrm>
          <a:off x="2690837" y="2298436"/>
          <a:ext cx="1143281" cy="1200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Ensures accurate navigation and resource management when GPS is unavailable of unreliable</a:t>
          </a:r>
        </a:p>
      </dsp:txBody>
      <dsp:txXfrm>
        <a:off x="2690837" y="2298436"/>
        <a:ext cx="1143281" cy="1200204"/>
      </dsp:txXfrm>
    </dsp:sp>
    <dsp:sp modelId="{2217687A-0254-4A7B-8DE1-DEC31ADE10B0}">
      <dsp:nvSpPr>
        <dsp:cNvPr id="0" name=""/>
        <dsp:cNvSpPr/>
      </dsp:nvSpPr>
      <dsp:spPr>
        <a:xfrm>
          <a:off x="4034192" y="852696"/>
          <a:ext cx="400148" cy="4001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DC327-9D14-4833-B554-6C83FC5BD044}">
      <dsp:nvSpPr>
        <dsp:cNvPr id="0" name=""/>
        <dsp:cNvSpPr/>
      </dsp:nvSpPr>
      <dsp:spPr>
        <a:xfrm>
          <a:off x="4034192" y="1366620"/>
          <a:ext cx="1143281" cy="878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Integrated Sensors </a:t>
          </a:r>
        </a:p>
      </dsp:txBody>
      <dsp:txXfrm>
        <a:off x="4034192" y="1366620"/>
        <a:ext cx="1143281" cy="878897"/>
      </dsp:txXfrm>
    </dsp:sp>
    <dsp:sp modelId="{EF1F549A-BC35-476C-9471-8342A4F2B9C4}">
      <dsp:nvSpPr>
        <dsp:cNvPr id="0" name=""/>
        <dsp:cNvSpPr/>
      </dsp:nvSpPr>
      <dsp:spPr>
        <a:xfrm>
          <a:off x="4034192" y="2298436"/>
          <a:ext cx="1143281" cy="1200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Used for monitoring, and triggering functions</a:t>
          </a:r>
        </a:p>
      </dsp:txBody>
      <dsp:txXfrm>
        <a:off x="4034192" y="2298436"/>
        <a:ext cx="1143281" cy="1200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6DFCC1-69FA-C435-A070-9BA09539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Position Beacon Network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By Marcos Ramirez</a:t>
            </a:r>
          </a:p>
          <a:p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New Mexico State Undergraduate</a:t>
            </a:r>
          </a:p>
          <a:p>
            <a:r>
              <a:rPr lang="en-US" sz="1300">
                <a:solidFill>
                  <a:srgbClr val="FFFFFF"/>
                </a:solidFill>
              </a:rPr>
              <a:t>Mechanical and Aerospace Engineering</a:t>
            </a:r>
          </a:p>
          <a:p>
            <a:r>
              <a:rPr lang="en-US" sz="1300">
                <a:solidFill>
                  <a:srgbClr val="FFFFFF"/>
                </a:solidFill>
              </a:rPr>
              <a:t>11/14/2025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255C8-8DC1-17B1-4790-D151A453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Beacon Positioning and Amount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2DC3F8A-6F8A-30C1-C3D6-111959139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/>
              <a:t>Required a minimum of 3 to 4 beacons for accuracy</a:t>
            </a:r>
          </a:p>
          <a:p>
            <a:pPr marL="0"/>
            <a:r>
              <a:rPr lang="en-US" sz="2000"/>
              <a:t>Should be spaced apart to prevent Non-Line of Sight(NLOS)</a:t>
            </a:r>
          </a:p>
          <a:p>
            <a:pPr marL="0"/>
            <a:r>
              <a:rPr lang="en-US" sz="2000"/>
              <a:t>Best position is to set in grid like position</a:t>
            </a:r>
          </a:p>
          <a:p>
            <a:pPr marL="0"/>
            <a:r>
              <a:rPr lang="en-US" sz="2000"/>
              <a:t>If grid position not possible use beacon diversity (tags placed in multiple coordinates)</a:t>
            </a:r>
          </a:p>
          <a:p>
            <a:pPr marL="0"/>
            <a:r>
              <a:rPr lang="en-US" sz="2000"/>
              <a:t>Average space for beacon is 7-10m (can change depending on type)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E34856-BDFD-951E-071B-D9BADEABC2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45869" y="581892"/>
            <a:ext cx="2472540" cy="251875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circles and dots with a star&#10;&#10;AI-generated content may be incorrect.">
            <a:extLst>
              <a:ext uri="{FF2B5EF4-FFF2-40B4-BE49-F238E27FC236}">
                <a16:creationId xmlns:a16="http://schemas.microsoft.com/office/drawing/2014/main" id="{2EB84D4E-C505-52DD-A469-C520D5ED1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812" y="3707894"/>
            <a:ext cx="2446791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2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019D-256B-AC0F-15A0-513CA760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9941-FEAD-2DE3-165C-306F77B6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DOP Values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F67C5B8-BE05-A40B-7004-412F86AB910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F2D75-1976-AABD-DF23-1004729356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PDOP - number of satellites spread over, more above and less on horizontal the lower this value</a:t>
            </a:r>
          </a:p>
          <a:p>
            <a:pPr marL="0" indent="0">
              <a:buNone/>
            </a:pPr>
            <a:r>
              <a:rPr lang="en-US" dirty="0"/>
              <a:t>HDOP – the more visible satellites lower in the sky the better the latitude and longitude position are</a:t>
            </a:r>
          </a:p>
          <a:p>
            <a:pPr marL="0" indent="0">
              <a:buNone/>
            </a:pPr>
            <a:r>
              <a:rPr lang="en-US" dirty="0"/>
              <a:t>VDOP- the more visible lower satellite in the sky is the better the value for altitude </a:t>
            </a:r>
          </a:p>
          <a:p>
            <a:pPr marL="0" indent="0">
              <a:buNone/>
            </a:pPr>
            <a:r>
              <a:rPr lang="en-US" dirty="0"/>
              <a:t>TDOP- different in time for internal receiver and satellites clock</a:t>
            </a:r>
          </a:p>
        </p:txBody>
      </p:sp>
    </p:spTree>
    <p:extLst>
      <p:ext uri="{BB962C8B-B14F-4D97-AF65-F5344CB8AC3E}">
        <p14:creationId xmlns:p14="http://schemas.microsoft.com/office/powerpoint/2010/main" val="164209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EE299-B94B-13C6-9EB3-05738330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Redundancy Strategies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A529-2198-6AC4-4E28-73E7D685F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/>
              <a:t>Power failure</a:t>
            </a:r>
            <a:endParaRPr lang="en-US" b="1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700"/>
              <a:t>Changing single power feed todual power feeds</a:t>
            </a:r>
            <a:endParaRPr lang="en-US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700"/>
              <a:t>Ensures constant power if 1fails</a:t>
            </a:r>
            <a:endParaRPr lang="en-US"/>
          </a:p>
          <a:p>
            <a:pPr marL="0" indent="0">
              <a:buNone/>
            </a:pPr>
            <a:r>
              <a:rPr lang="en-US" sz="1700" b="1"/>
              <a:t>Secondary power supply </a:t>
            </a:r>
            <a:endParaRPr lang="en-US" b="1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700"/>
              <a:t>Must be an uninterruptiblepower supply (UPS) </a:t>
            </a:r>
            <a:endParaRPr lang="en-US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700"/>
              <a:t>Must ensure seamless powerdistribution</a:t>
            </a:r>
            <a:endParaRPr lang="en-US"/>
          </a:p>
          <a:p>
            <a:pPr marL="0" indent="0">
              <a:buNone/>
            </a:pPr>
            <a:r>
              <a:rPr lang="en-US" sz="1700" b="1"/>
              <a:t>Automatic transfer switch (ATS)</a:t>
            </a:r>
          </a:p>
          <a:p>
            <a:pPr marL="57150" indent="-285750">
              <a:buFont typeface="Calibri" panose="020B0604020202020204" pitchFamily="34" charset="0"/>
              <a:buChar char="-"/>
            </a:pPr>
            <a:r>
              <a:rPr lang="en-US" sz="1700"/>
              <a:t>Enables to switch back and forthfrom power supplies</a:t>
            </a:r>
          </a:p>
          <a:p>
            <a:pPr marL="0">
              <a:buFont typeface="Calibri" panose="020B0604020202020204" pitchFamily="34" charset="0"/>
              <a:buChar char="-"/>
            </a:pPr>
            <a:endParaRPr lang="en-US" sz="1700"/>
          </a:p>
          <a:p>
            <a:pPr marL="0">
              <a:buFont typeface="Calibri" panose="020B0604020202020204" pitchFamily="34" charset="0"/>
              <a:buChar char="-"/>
            </a:pPr>
            <a:endParaRPr lang="en-US" sz="1700"/>
          </a:p>
        </p:txBody>
      </p:sp>
      <p:pic>
        <p:nvPicPr>
          <p:cNvPr id="6" name="Picture 5" descr="A cartoon character with arms and legs and a hand up&#10;&#10;AI-generated content may be incorrect.">
            <a:extLst>
              <a:ext uri="{FF2B5EF4-FFF2-40B4-BE49-F238E27FC236}">
                <a16:creationId xmlns:a16="http://schemas.microsoft.com/office/drawing/2014/main" id="{26323442-7CD1-2EE8-DDD1-BD485698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40" y="294085"/>
            <a:ext cx="5458968" cy="3643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D4B022-A7AC-8E75-5C3D-9CF096749ADA}"/>
              </a:ext>
            </a:extLst>
          </p:cNvPr>
          <p:cNvSpPr txBox="1"/>
          <p:nvPr/>
        </p:nvSpPr>
        <p:spPr>
          <a:xfrm>
            <a:off x="5685692" y="3933092"/>
            <a:ext cx="6096000" cy="27238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700" b="1" baseline="0">
                <a:latin typeface="Aptos"/>
                <a:ea typeface="Segoe UI"/>
                <a:cs typeface="Segoe UI"/>
              </a:rPr>
              <a:t>Multiple circuit paths </a:t>
            </a:r>
            <a:r>
              <a:rPr lang="en-US" sz="1700" b="1">
                <a:latin typeface="Aptos"/>
                <a:ea typeface="Segoe UI"/>
                <a:cs typeface="Segoe UI"/>
              </a:rPr>
              <a:t>​</a:t>
            </a:r>
          </a:p>
          <a:p>
            <a:pPr marL="457200" lvl="0" indent="-457200" rtl="0">
              <a:buFont typeface="Calibri,Sans-Serif"/>
              <a:buChar char="-"/>
            </a:pPr>
            <a:r>
              <a:rPr lang="en-US" sz="1700" baseline="0">
                <a:latin typeface="Aptos"/>
                <a:ea typeface="Arial"/>
                <a:cs typeface="Arial"/>
              </a:rPr>
              <a:t>Prevents single cable failure</a:t>
            </a:r>
            <a:r>
              <a:rPr lang="en-US" sz="1700">
                <a:latin typeface="Aptos"/>
                <a:ea typeface="Arial"/>
                <a:cs typeface="Arial"/>
              </a:rPr>
              <a:t>​</a:t>
            </a:r>
          </a:p>
          <a:p>
            <a:pPr rtl="0"/>
            <a:r>
              <a:rPr lang="en-US" sz="1700" b="1" baseline="0">
                <a:latin typeface="Aptos"/>
                <a:ea typeface="Segoe UI"/>
                <a:cs typeface="Segoe UI"/>
              </a:rPr>
              <a:t>Disaster recover (DR)</a:t>
            </a:r>
            <a:r>
              <a:rPr lang="en-US" sz="1700" b="1">
                <a:latin typeface="Aptos"/>
                <a:ea typeface="Segoe UI"/>
                <a:cs typeface="Segoe UI"/>
              </a:rPr>
              <a:t>​</a:t>
            </a:r>
          </a:p>
          <a:p>
            <a:pPr marL="457200" lvl="0" indent="-457200" rtl="0">
              <a:buFont typeface="Calibri,Sans-Serif"/>
              <a:buChar char="-"/>
            </a:pPr>
            <a:r>
              <a:rPr lang="en-US" sz="1700" baseline="0">
                <a:latin typeface="Aptos"/>
                <a:ea typeface="Arial"/>
                <a:cs typeface="Arial"/>
              </a:rPr>
              <a:t>Final failsafe if main powersource is lost</a:t>
            </a:r>
            <a:r>
              <a:rPr lang="en-US" sz="1700">
                <a:latin typeface="Aptos"/>
                <a:ea typeface="Arial"/>
                <a:cs typeface="Arial"/>
              </a:rPr>
              <a:t>​</a:t>
            </a:r>
          </a:p>
          <a:p>
            <a:pPr marL="457200" lvl="0" indent="-457200" rtl="0">
              <a:buFont typeface="Calibri,Sans-Serif"/>
              <a:buChar char="-"/>
            </a:pPr>
            <a:r>
              <a:rPr lang="en-US" sz="1700" baseline="0">
                <a:latin typeface="Aptos"/>
                <a:ea typeface="Arial"/>
                <a:cs typeface="Arial"/>
              </a:rPr>
              <a:t>Ensures sites remain online</a:t>
            </a:r>
            <a:r>
              <a:rPr lang="en-US" sz="1700">
                <a:latin typeface="Aptos"/>
                <a:ea typeface="Arial"/>
                <a:cs typeface="Arial"/>
              </a:rPr>
              <a:t>​</a:t>
            </a:r>
          </a:p>
          <a:p>
            <a:pPr rtl="0"/>
            <a:r>
              <a:rPr lang="en-US" sz="1700" b="1" baseline="0">
                <a:latin typeface="Aptos"/>
                <a:ea typeface="Segoe UI"/>
                <a:cs typeface="Segoe UI"/>
              </a:rPr>
              <a:t>AI driven power monitor</a:t>
            </a:r>
            <a:r>
              <a:rPr lang="en-US" sz="1700" b="1">
                <a:latin typeface="Aptos"/>
                <a:ea typeface="Segoe UI"/>
                <a:cs typeface="Segoe UI"/>
              </a:rPr>
              <a:t>​</a:t>
            </a:r>
          </a:p>
          <a:p>
            <a:pPr marL="457200" lvl="0" indent="-457200" rtl="0">
              <a:buFont typeface="Calibri,Sans-Serif"/>
              <a:buChar char="-"/>
            </a:pPr>
            <a:r>
              <a:rPr lang="en-US" sz="1700" baseline="0">
                <a:latin typeface="Aptos"/>
                <a:ea typeface="Arial"/>
                <a:cs typeface="Arial"/>
              </a:rPr>
              <a:t>Prevents unexpected failuresand point for circuit breaks,UPS and generators to fail</a:t>
            </a:r>
            <a:r>
              <a:rPr lang="en-US" sz="1700">
                <a:latin typeface="Aptos"/>
                <a:ea typeface="Arial"/>
                <a:cs typeface="Arial"/>
              </a:rPr>
              <a:t>​</a:t>
            </a:r>
          </a:p>
          <a:p>
            <a:pPr marL="457200" lvl="0" indent="-457200" rtl="0">
              <a:buFont typeface="Calibri,Sans-Serif"/>
              <a:buChar char="-"/>
            </a:pPr>
            <a:r>
              <a:rPr lang="en-US" sz="1700" baseline="0">
                <a:latin typeface="Aptos"/>
                <a:ea typeface="Arial"/>
                <a:cs typeface="Arial"/>
              </a:rPr>
              <a:t>Able to distribute poweraccordingly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3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0638E-43FC-D248-2BC9-0ABF2859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Power Source</a:t>
            </a:r>
          </a:p>
        </p:txBody>
      </p:sp>
      <p:pic>
        <p:nvPicPr>
          <p:cNvPr id="6" name="Picture 5" descr="Solar panels and nuclear power plants&#10;&#10;AI-generated content may be incorrect.">
            <a:extLst>
              <a:ext uri="{FF2B5EF4-FFF2-40B4-BE49-F238E27FC236}">
                <a16:creationId xmlns:a16="http://schemas.microsoft.com/office/drawing/2014/main" id="{E4ACC8F9-FFC3-29A1-EA57-11F79438F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88" r="7879" b="-1"/>
          <a:stretch>
            <a:fillRect/>
          </a:stretch>
        </p:blipFill>
        <p:spPr>
          <a:xfrm>
            <a:off x="1254440" y="705531"/>
            <a:ext cx="4973098" cy="35270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30E11-E9F8-71FF-5017-33CC2652F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66006" y="743803"/>
            <a:ext cx="3304272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/>
              <a:t>Solar Panels</a:t>
            </a:r>
            <a:endParaRPr lang="en-US" b="1"/>
          </a:p>
          <a:p>
            <a:pPr marL="514350" indent="-285750">
              <a:buFont typeface="Calibri" panose="020B0604020202020204" pitchFamily="34" charset="0"/>
              <a:buChar char="-"/>
            </a:pPr>
            <a:r>
              <a:rPr lang="en-US" sz="1600"/>
              <a:t>Upsides</a:t>
            </a:r>
          </a:p>
          <a:p>
            <a:pPr marL="914400" lvl="1"/>
            <a:r>
              <a:rPr lang="en-US" sz="1600"/>
              <a:t>Least expensive</a:t>
            </a:r>
          </a:p>
          <a:p>
            <a:pPr marL="914400" lvl="1"/>
            <a:r>
              <a:rPr lang="en-US" sz="1600"/>
              <a:t>Easy Installment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Drawbacks</a:t>
            </a:r>
          </a:p>
          <a:p>
            <a:pPr marL="914400" lvl="1"/>
            <a:r>
              <a:rPr lang="en-US" sz="1600"/>
              <a:t>Dust layers</a:t>
            </a:r>
          </a:p>
          <a:p>
            <a:pPr marL="914400" lvl="1"/>
            <a:r>
              <a:rPr lang="en-US" sz="1600"/>
              <a:t>Dust particles stayover time</a:t>
            </a:r>
          </a:p>
          <a:p>
            <a:pPr marL="914400" lvl="1"/>
            <a:r>
              <a:rPr lang="en-US" sz="1600"/>
              <a:t>Night loss of energy</a:t>
            </a:r>
          </a:p>
          <a:p>
            <a:pPr marL="0" indent="0">
              <a:buNone/>
            </a:pPr>
            <a:r>
              <a:rPr lang="en-US" sz="1600" b="1"/>
              <a:t>Nuclear Fission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Upsides</a:t>
            </a:r>
          </a:p>
          <a:p>
            <a:pPr marL="914400" lvl="1"/>
            <a:r>
              <a:rPr lang="en-US" sz="1600"/>
              <a:t>Unaffected by day and night</a:t>
            </a:r>
          </a:p>
          <a:p>
            <a:pPr marL="914400" lvl="1"/>
            <a:r>
              <a:rPr lang="en-US" sz="1600"/>
              <a:t>Portable in volume constrained environment</a:t>
            </a:r>
            <a:r>
              <a:rPr lang="en-US" sz="1600" dirty="0"/>
              <a:t>s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Drawback</a:t>
            </a:r>
          </a:p>
          <a:p>
            <a:pPr marL="914400" lvl="1"/>
            <a:r>
              <a:rPr lang="en-US" sz="1600"/>
              <a:t>Expensive</a:t>
            </a:r>
          </a:p>
          <a:p>
            <a:pPr marL="914400" lvl="1"/>
            <a:r>
              <a:rPr lang="en-US" sz="1600"/>
              <a:t>If fails hard to repair</a:t>
            </a:r>
          </a:p>
        </p:txBody>
      </p:sp>
    </p:spTree>
    <p:extLst>
      <p:ext uri="{BB962C8B-B14F-4D97-AF65-F5344CB8AC3E}">
        <p14:creationId xmlns:p14="http://schemas.microsoft.com/office/powerpoint/2010/main" val="415655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B4341-00AF-0CE2-0898-BE310E10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D8110-EA30-9C9B-895F-1E526113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467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/>
              <a:t>Energy Consumption Estimates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of sensor packages&#10;&#10;AI-generated content may be incorrect.">
            <a:extLst>
              <a:ext uri="{FF2B5EF4-FFF2-40B4-BE49-F238E27FC236}">
                <a16:creationId xmlns:a16="http://schemas.microsoft.com/office/drawing/2014/main" id="{496D14B1-7CEA-C901-85A6-E71A38C5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51" y="1032369"/>
            <a:ext cx="3703320" cy="2225932"/>
          </a:xfrm>
          <a:prstGeom prst="rect">
            <a:avLst/>
          </a:prstGeom>
        </p:spPr>
      </p:pic>
      <p:pic>
        <p:nvPicPr>
          <p:cNvPr id="6" name="Content Placeholder 5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256FF2EF-BF67-BB01-8D90-67A58C5139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27572" y="1032369"/>
            <a:ext cx="3703320" cy="222593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59B81E-EECF-8F46-283A-49E8968CCC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054251" y="3713880"/>
            <a:ext cx="3703320" cy="2225932"/>
          </a:xfrm>
          <a:prstGeom prst="rect">
            <a:avLst/>
          </a:prstGeom>
        </p:spPr>
      </p:pic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0C001BA-0A59-308B-FD63-F00F39110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998" y="3713879"/>
            <a:ext cx="3703320" cy="222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7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9E25-C7F6-2D49-A1C6-E8650CFD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0DEC-8330-8122-2DB8-5D44851C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Multi-use Beacon ideas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AE8755A-5B01-9DC9-CE67-06820029E98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82E19-C635-0D81-1F3F-8C58BC5191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Bluetooth BLE beacons communication for IoT edge devices | Farnell">
            <a:extLst>
              <a:ext uri="{FF2B5EF4-FFF2-40B4-BE49-F238E27FC236}">
                <a16:creationId xmlns:a16="http://schemas.microsoft.com/office/drawing/2014/main" id="{12B8AE93-7744-3507-FEED-2C7A2F391B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7103" y="2019300"/>
            <a:ext cx="5197416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41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430D0-D9FC-70AB-ACB2-C14E6080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Q &amp; A, questions and answers Stock Photo | Adobe Stock">
            <a:extLst>
              <a:ext uri="{FF2B5EF4-FFF2-40B4-BE49-F238E27FC236}">
                <a16:creationId xmlns:a16="http://schemas.microsoft.com/office/drawing/2014/main" id="{050D6B29-CA77-808A-B3DF-5D248B7884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1622" r="19289" b="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8C159-E88A-31D7-BD00-B7F4A26FD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386"/>
            <a:ext cx="5146897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Key Takeaways &amp; Q/A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D0DD-9103-579D-4F44-6781AB2ED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47339"/>
            <a:ext cx="3822189" cy="46688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/>
              <a:t>Beacon Networks</a:t>
            </a:r>
            <a:endParaRPr lang="en-US" b="1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/>
              <a:t>Must be balanced in quantity, spacing, and geometry for accuracy</a:t>
            </a:r>
          </a:p>
          <a:p>
            <a:pPr marL="0" indent="0">
              <a:buNone/>
            </a:pPr>
            <a:r>
              <a:rPr lang="en-US" sz="1600" b="1"/>
              <a:t>DOP Values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Critical indicators of positional reliability</a:t>
            </a:r>
          </a:p>
          <a:p>
            <a:pPr marL="0" indent="0">
              <a:buNone/>
            </a:pPr>
            <a:r>
              <a:rPr lang="en-US" sz="1600" b="1"/>
              <a:t>Power resilience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Redundancy + sustainable resources</a:t>
            </a:r>
          </a:p>
          <a:p>
            <a:pPr marL="0" indent="0">
              <a:buNone/>
            </a:pPr>
            <a:r>
              <a:rPr lang="en-US" sz="1600" b="1"/>
              <a:t>Beacon Use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Positioning, safety,monitoring, andcommunication</a:t>
            </a:r>
          </a:p>
          <a:p>
            <a:pPr marL="0" indent="0">
              <a:buNone/>
            </a:pPr>
            <a:r>
              <a:rPr lang="en-US" sz="1600" b="1"/>
              <a:t>Redundancy</a:t>
            </a:r>
          </a:p>
          <a:p>
            <a:pPr marL="457200">
              <a:buFont typeface="Calibri" panose="020B0604020202020204" pitchFamily="34" charset="0"/>
              <a:buChar char="-"/>
            </a:pPr>
            <a:r>
              <a:rPr lang="en-US" sz="1600"/>
              <a:t>Prevents mutltiple failurepoints</a:t>
            </a:r>
          </a:p>
          <a:p>
            <a:pPr marL="0">
              <a:buFont typeface="Calibri" panose="020B0604020202020204" pitchFamily="34" charset="0"/>
              <a:buChar char="-"/>
            </a:pPr>
            <a:endParaRPr lang="en-US" sz="1400"/>
          </a:p>
          <a:p>
            <a:pPr marL="0">
              <a:buFont typeface="Calibri" panose="020B0604020202020204" pitchFamily="34" charset="0"/>
              <a:buChar char="-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7339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8BCB4-BBB5-D1E0-19C2-60BA9529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71D87-69B7-2718-57E3-1C7E5CC5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Food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zza on a red background&#10;&#10;AI-generated content may be incorrect.">
            <a:extLst>
              <a:ext uri="{FF2B5EF4-FFF2-40B4-BE49-F238E27FC236}">
                <a16:creationId xmlns:a16="http://schemas.microsoft.com/office/drawing/2014/main" id="{1DABA05D-57D8-62B9-916A-231F8210C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19837" y="2642616"/>
            <a:ext cx="3614821" cy="3605784"/>
          </a:xfrm>
          <a:prstGeom prst="rect">
            <a:avLst/>
          </a:prstGeom>
        </p:spPr>
      </p:pic>
      <p:pic>
        <p:nvPicPr>
          <p:cNvPr id="6" name="Content Placeholder 5" descr="A white text with red and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2580D4E-0D5A-54F0-8B5C-AF60550A7E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4496" y="3498076"/>
            <a:ext cx="5614416" cy="189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2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1C8CC54CABF469BD7DEFD0DCA6E05" ma:contentTypeVersion="3" ma:contentTypeDescription="Create a new document." ma:contentTypeScope="" ma:versionID="bb0421e50c1c63c0a9dc64bc7ab2d93a">
  <xsd:schema xmlns:xsd="http://www.w3.org/2001/XMLSchema" xmlns:xs="http://www.w3.org/2001/XMLSchema" xmlns:p="http://schemas.microsoft.com/office/2006/metadata/properties" xmlns:ns2="c6fd1fd1-c55d-486c-91d4-4b3db1ef3c19" targetNamespace="http://schemas.microsoft.com/office/2006/metadata/properties" ma:root="true" ma:fieldsID="80a63a2c5927b797fee3bf95fce76a0f" ns2:_="">
    <xsd:import namespace="c6fd1fd1-c55d-486c-91d4-4b3db1ef3c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fd1fd1-c55d-486c-91d4-4b3db1ef3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66865D-3421-49C1-8A15-6FFBC638F8F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21B697-7376-423A-BD5E-B0BDDF2CBB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fd1fd1-c55d-486c-91d4-4b3db1ef3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D4B9DC-DA04-4E74-B80B-9D1C70B363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Position Beacon Network Design</vt:lpstr>
      <vt:lpstr>Beacon Positioning and Amount</vt:lpstr>
      <vt:lpstr>DOP Values</vt:lpstr>
      <vt:lpstr>Redundancy Strategies</vt:lpstr>
      <vt:lpstr>Power Source</vt:lpstr>
      <vt:lpstr>Energy Consumption Estimates </vt:lpstr>
      <vt:lpstr>Multi-use Beacon ideas</vt:lpstr>
      <vt:lpstr>Key Takeaways &amp; Q/A</vt:lpstr>
      <vt:lpstr>Food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494</cp:revision>
  <dcterms:created xsi:type="dcterms:W3CDTF">2025-11-14T04:02:01Z</dcterms:created>
  <dcterms:modified xsi:type="dcterms:W3CDTF">2025-11-14T06:41:06Z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0x0101003551C8CC54CABF469BD7DEFD0DCA6E05</vt:lpwstr>
  </property>
</Properties>
</file>