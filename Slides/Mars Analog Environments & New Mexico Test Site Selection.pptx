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diagrams/data3.xml" ContentType="application/vnd.openxmlformats-officedocument.drawingml.diagramData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diagrams/drawing3.xml" ContentType="application/vnd.ms-office.drawingml.diagramDrawing+xml"/>
  <Override PartName="/ppt/diagrams/layout3.xml" ContentType="application/vnd.openxmlformats-officedocument.drawingml.diagramLayout+xml"/>
  <Override PartName="/ppt/theme/theme1.xml" ContentType="application/vnd.openxmlformats-officedocument.theme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22"/>
    <p:restoredTop sz="94658"/>
  </p:normalViewPr>
  <p:slideViewPr>
    <p:cSldViewPr snapToGrid="0" snapToObjects="1">
      <p:cViewPr>
        <p:scale>
          <a:sx n="128" d="100"/>
          <a:sy n="128" d="100"/>
        </p:scale>
        <p:origin x="944" y="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E6D93E-E6E3-4510-81A4-7B40D42C5F5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E584C6-879F-4983-9826-ED757BB5B6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Basaltic geology and dust-prone soil</a:t>
          </a:r>
        </a:p>
      </dgm:t>
    </dgm:pt>
    <dgm:pt modelId="{F4B952C0-F0BC-47F8-9D90-8488D1F0CDE5}" type="parTrans" cxnId="{BAF56A3C-AE32-4E70-92A2-2E55C6012A73}">
      <dgm:prSet/>
      <dgm:spPr/>
      <dgm:t>
        <a:bodyPr/>
        <a:lstStyle/>
        <a:p>
          <a:endParaRPr lang="en-US"/>
        </a:p>
      </dgm:t>
    </dgm:pt>
    <dgm:pt modelId="{124F40DD-ABC0-48D4-87A9-DF634671C497}" type="sibTrans" cxnId="{BAF56A3C-AE32-4E70-92A2-2E55C6012A7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2F7DE59-BC26-407B-8C1A-377641F483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Sparse vegetation and dry climate</a:t>
          </a:r>
        </a:p>
      </dgm:t>
    </dgm:pt>
    <dgm:pt modelId="{BEBA45FE-B4D8-4718-8E44-937B2E7987F3}" type="parTrans" cxnId="{F6278F38-CD99-4DB8-9C4E-CFED094C9F32}">
      <dgm:prSet/>
      <dgm:spPr/>
      <dgm:t>
        <a:bodyPr/>
        <a:lstStyle/>
        <a:p>
          <a:endParaRPr lang="en-US"/>
        </a:p>
      </dgm:t>
    </dgm:pt>
    <dgm:pt modelId="{599F3091-B740-47B6-A1D5-E2B56492626C}" type="sibTrans" cxnId="{F6278F38-CD99-4DB8-9C4E-CFED094C9F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1AE56F9-F7A6-44FA-9974-783045E08D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Harsh environment and operational isolation</a:t>
          </a:r>
        </a:p>
      </dgm:t>
    </dgm:pt>
    <dgm:pt modelId="{0DC5B429-65D1-4670-9830-F69F66262BD2}" type="parTrans" cxnId="{3CE60A06-9035-4BD3-818E-E831B00A1E01}">
      <dgm:prSet/>
      <dgm:spPr/>
      <dgm:t>
        <a:bodyPr/>
        <a:lstStyle/>
        <a:p>
          <a:endParaRPr lang="en-US"/>
        </a:p>
      </dgm:t>
    </dgm:pt>
    <dgm:pt modelId="{6FB5583A-94C6-46BA-ABC7-E9144E061C4A}" type="sibTrans" cxnId="{3CE60A06-9035-4BD3-818E-E831B00A1E0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0FA1D7-B3D5-47A7-A6F2-80E35A1B73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Terrain challenges for mobility and comms</a:t>
          </a:r>
        </a:p>
      </dgm:t>
    </dgm:pt>
    <dgm:pt modelId="{CECFC26E-AD46-4551-8B92-2C07F07A68A6}" type="parTrans" cxnId="{E80A0BE3-BACE-48F4-9805-9A6A44083A9B}">
      <dgm:prSet/>
      <dgm:spPr/>
      <dgm:t>
        <a:bodyPr/>
        <a:lstStyle/>
        <a:p>
          <a:endParaRPr lang="en-US"/>
        </a:p>
      </dgm:t>
    </dgm:pt>
    <dgm:pt modelId="{25AE8B25-77BE-4FDC-BBF2-B02AB65CCFA2}" type="sibTrans" cxnId="{E80A0BE3-BACE-48F4-9805-9A6A44083A9B}">
      <dgm:prSet/>
      <dgm:spPr/>
      <dgm:t>
        <a:bodyPr/>
        <a:lstStyle/>
        <a:p>
          <a:endParaRPr lang="en-US"/>
        </a:p>
      </dgm:t>
    </dgm:pt>
    <dgm:pt modelId="{AB3E3146-9AA3-6245-AC00-A1EBA7D7D23A}" type="pres">
      <dgm:prSet presAssocID="{96E6D93E-E6E3-4510-81A4-7B40D42C5F5F}" presName="linear" presStyleCnt="0">
        <dgm:presLayoutVars>
          <dgm:animLvl val="lvl"/>
          <dgm:resizeHandles val="exact"/>
        </dgm:presLayoutVars>
      </dgm:prSet>
      <dgm:spPr/>
    </dgm:pt>
    <dgm:pt modelId="{72E46645-E3AA-5142-8074-D4050E8DA0D2}" type="pres">
      <dgm:prSet presAssocID="{CCE584C6-879F-4983-9826-ED757BB5B6E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8506C94-6E74-1445-8FFA-2439FB0C47BB}" type="pres">
      <dgm:prSet presAssocID="{124F40DD-ABC0-48D4-87A9-DF634671C497}" presName="spacer" presStyleCnt="0"/>
      <dgm:spPr/>
    </dgm:pt>
    <dgm:pt modelId="{F40AF593-2952-2648-87CF-28965048EED7}" type="pres">
      <dgm:prSet presAssocID="{12F7DE59-BC26-407B-8C1A-377641F483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8A9F73D-43F3-4E4E-8D34-B971177B6C91}" type="pres">
      <dgm:prSet presAssocID="{599F3091-B740-47B6-A1D5-E2B56492626C}" presName="spacer" presStyleCnt="0"/>
      <dgm:spPr/>
    </dgm:pt>
    <dgm:pt modelId="{BA3B3897-6D66-9349-8831-56DF354ACE1C}" type="pres">
      <dgm:prSet presAssocID="{71AE56F9-F7A6-44FA-9974-783045E08D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8D5A61B-CBB2-904C-B7FC-68DF1334D2BC}" type="pres">
      <dgm:prSet presAssocID="{6FB5583A-94C6-46BA-ABC7-E9144E061C4A}" presName="spacer" presStyleCnt="0"/>
      <dgm:spPr/>
    </dgm:pt>
    <dgm:pt modelId="{FF439FEE-EE06-9244-990E-53DBB268326E}" type="pres">
      <dgm:prSet presAssocID="{B50FA1D7-B3D5-47A7-A6F2-80E35A1B73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CE60A06-9035-4BD3-818E-E831B00A1E01}" srcId="{96E6D93E-E6E3-4510-81A4-7B40D42C5F5F}" destId="{71AE56F9-F7A6-44FA-9974-783045E08D91}" srcOrd="2" destOrd="0" parTransId="{0DC5B429-65D1-4670-9830-F69F66262BD2}" sibTransId="{6FB5583A-94C6-46BA-ABC7-E9144E061C4A}"/>
    <dgm:cxn modelId="{106A5B0B-6D42-EC44-AE68-A4BE7915577C}" type="presOf" srcId="{CCE584C6-879F-4983-9826-ED757BB5B6EC}" destId="{72E46645-E3AA-5142-8074-D4050E8DA0D2}" srcOrd="0" destOrd="0" presId="urn:microsoft.com/office/officeart/2005/8/layout/vList2"/>
    <dgm:cxn modelId="{F6278F38-CD99-4DB8-9C4E-CFED094C9F32}" srcId="{96E6D93E-E6E3-4510-81A4-7B40D42C5F5F}" destId="{12F7DE59-BC26-407B-8C1A-377641F483B4}" srcOrd="1" destOrd="0" parTransId="{BEBA45FE-B4D8-4718-8E44-937B2E7987F3}" sibTransId="{599F3091-B740-47B6-A1D5-E2B56492626C}"/>
    <dgm:cxn modelId="{BAF56A3C-AE32-4E70-92A2-2E55C6012A73}" srcId="{96E6D93E-E6E3-4510-81A4-7B40D42C5F5F}" destId="{CCE584C6-879F-4983-9826-ED757BB5B6EC}" srcOrd="0" destOrd="0" parTransId="{F4B952C0-F0BC-47F8-9D90-8488D1F0CDE5}" sibTransId="{124F40DD-ABC0-48D4-87A9-DF634671C497}"/>
    <dgm:cxn modelId="{7454396F-D1F2-AD4F-BBFF-147285919F64}" type="presOf" srcId="{B50FA1D7-B3D5-47A7-A6F2-80E35A1B73E1}" destId="{FF439FEE-EE06-9244-990E-53DBB268326E}" srcOrd="0" destOrd="0" presId="urn:microsoft.com/office/officeart/2005/8/layout/vList2"/>
    <dgm:cxn modelId="{095FC6A5-BF7F-E54D-9FB2-82CC9A3782B5}" type="presOf" srcId="{96E6D93E-E6E3-4510-81A4-7B40D42C5F5F}" destId="{AB3E3146-9AA3-6245-AC00-A1EBA7D7D23A}" srcOrd="0" destOrd="0" presId="urn:microsoft.com/office/officeart/2005/8/layout/vList2"/>
    <dgm:cxn modelId="{E4BEEEB3-7CC2-3647-95B9-CBD8F9CA14A6}" type="presOf" srcId="{71AE56F9-F7A6-44FA-9974-783045E08D91}" destId="{BA3B3897-6D66-9349-8831-56DF354ACE1C}" srcOrd="0" destOrd="0" presId="urn:microsoft.com/office/officeart/2005/8/layout/vList2"/>
    <dgm:cxn modelId="{E80A0BE3-BACE-48F4-9805-9A6A44083A9B}" srcId="{96E6D93E-E6E3-4510-81A4-7B40D42C5F5F}" destId="{B50FA1D7-B3D5-47A7-A6F2-80E35A1B73E1}" srcOrd="3" destOrd="0" parTransId="{CECFC26E-AD46-4551-8B92-2C07F07A68A6}" sibTransId="{25AE8B25-77BE-4FDC-BBF2-B02AB65CCFA2}"/>
    <dgm:cxn modelId="{BA97F6EA-89C7-A744-8264-5F74EAD2E1E8}" type="presOf" srcId="{12F7DE59-BC26-407B-8C1A-377641F483B4}" destId="{F40AF593-2952-2648-87CF-28965048EED7}" srcOrd="0" destOrd="0" presId="urn:microsoft.com/office/officeart/2005/8/layout/vList2"/>
    <dgm:cxn modelId="{89463DA5-739A-D946-8E03-A1013A28EE98}" type="presParOf" srcId="{AB3E3146-9AA3-6245-AC00-A1EBA7D7D23A}" destId="{72E46645-E3AA-5142-8074-D4050E8DA0D2}" srcOrd="0" destOrd="0" presId="urn:microsoft.com/office/officeart/2005/8/layout/vList2"/>
    <dgm:cxn modelId="{FE9EEA99-7CF3-AE40-90C1-2053F5AD62D6}" type="presParOf" srcId="{AB3E3146-9AA3-6245-AC00-A1EBA7D7D23A}" destId="{E8506C94-6E74-1445-8FFA-2439FB0C47BB}" srcOrd="1" destOrd="0" presId="urn:microsoft.com/office/officeart/2005/8/layout/vList2"/>
    <dgm:cxn modelId="{A2C3679C-43F5-D347-9E2E-56AD8EC97726}" type="presParOf" srcId="{AB3E3146-9AA3-6245-AC00-A1EBA7D7D23A}" destId="{F40AF593-2952-2648-87CF-28965048EED7}" srcOrd="2" destOrd="0" presId="urn:microsoft.com/office/officeart/2005/8/layout/vList2"/>
    <dgm:cxn modelId="{DF8680C8-9B68-2046-ABA2-C4E7CCA41AAF}" type="presParOf" srcId="{AB3E3146-9AA3-6245-AC00-A1EBA7D7D23A}" destId="{28A9F73D-43F3-4E4E-8D34-B971177B6C91}" srcOrd="3" destOrd="0" presId="urn:microsoft.com/office/officeart/2005/8/layout/vList2"/>
    <dgm:cxn modelId="{5AF52838-1807-2D49-840D-6A2BA94B6902}" type="presParOf" srcId="{AB3E3146-9AA3-6245-AC00-A1EBA7D7D23A}" destId="{BA3B3897-6D66-9349-8831-56DF354ACE1C}" srcOrd="4" destOrd="0" presId="urn:microsoft.com/office/officeart/2005/8/layout/vList2"/>
    <dgm:cxn modelId="{5B72DBEC-59A7-9D4B-8C7D-AB260CDA6183}" type="presParOf" srcId="{AB3E3146-9AA3-6245-AC00-A1EBA7D7D23A}" destId="{38D5A61B-CBB2-904C-B7FC-68DF1334D2BC}" srcOrd="5" destOrd="0" presId="urn:microsoft.com/office/officeart/2005/8/layout/vList2"/>
    <dgm:cxn modelId="{648EF438-47BC-3B47-873E-55CC2655CC43}" type="presParOf" srcId="{AB3E3146-9AA3-6245-AC00-A1EBA7D7D23A}" destId="{FF439FEE-EE06-9244-990E-53DBB26832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240C1F-4B40-4F92-B212-1B9EA70A454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F30F84B-2AF6-461D-B363-692480BA4645}">
      <dgm:prSet/>
      <dgm:spPr/>
      <dgm:t>
        <a:bodyPr/>
        <a:lstStyle/>
        <a:p>
          <a:pPr>
            <a:defRPr cap="all"/>
          </a:pPr>
          <a:r>
            <a:rPr lang="en-US"/>
            <a:t>• Gypsum dune fields at White Sands</a:t>
          </a:r>
        </a:p>
      </dgm:t>
    </dgm:pt>
    <dgm:pt modelId="{363DB21D-0962-4086-B3B8-50D54B3BAE41}" type="parTrans" cxnId="{449C565C-BC60-4190-9828-3012AFE3E296}">
      <dgm:prSet/>
      <dgm:spPr/>
      <dgm:t>
        <a:bodyPr/>
        <a:lstStyle/>
        <a:p>
          <a:endParaRPr lang="en-US"/>
        </a:p>
      </dgm:t>
    </dgm:pt>
    <dgm:pt modelId="{7F15A375-BE7F-4314-90D7-7BD887EA81B4}" type="sibTrans" cxnId="{449C565C-BC60-4190-9828-3012AFE3E296}">
      <dgm:prSet/>
      <dgm:spPr/>
      <dgm:t>
        <a:bodyPr/>
        <a:lstStyle/>
        <a:p>
          <a:endParaRPr lang="en-US"/>
        </a:p>
      </dgm:t>
    </dgm:pt>
    <dgm:pt modelId="{931EAAC8-F580-4CD1-A168-4B4D2B94A9BE}">
      <dgm:prSet/>
      <dgm:spPr/>
      <dgm:t>
        <a:bodyPr/>
        <a:lstStyle/>
        <a:p>
          <a:pPr>
            <a:defRPr cap="all"/>
          </a:pPr>
          <a:r>
            <a:rPr lang="en-US"/>
            <a:t>• Basaltic lava flows (Carrizozo, El Malpais)</a:t>
          </a:r>
        </a:p>
      </dgm:t>
    </dgm:pt>
    <dgm:pt modelId="{4D44BFC4-649F-4FD8-BB50-6B67A9C27BC4}" type="parTrans" cxnId="{C53FECBB-0E0F-46AD-B67D-784764E9277E}">
      <dgm:prSet/>
      <dgm:spPr/>
      <dgm:t>
        <a:bodyPr/>
        <a:lstStyle/>
        <a:p>
          <a:endParaRPr lang="en-US"/>
        </a:p>
      </dgm:t>
    </dgm:pt>
    <dgm:pt modelId="{D546B74B-BA64-4E4F-80A6-13730EF1951F}" type="sibTrans" cxnId="{C53FECBB-0E0F-46AD-B67D-784764E9277E}">
      <dgm:prSet/>
      <dgm:spPr/>
      <dgm:t>
        <a:bodyPr/>
        <a:lstStyle/>
        <a:p>
          <a:endParaRPr lang="en-US"/>
        </a:p>
      </dgm:t>
    </dgm:pt>
    <dgm:pt modelId="{CA72502E-FBFF-4661-8EC8-672CE6D80C6F}">
      <dgm:prSet/>
      <dgm:spPr/>
      <dgm:t>
        <a:bodyPr/>
        <a:lstStyle/>
        <a:p>
          <a:pPr>
            <a:defRPr cap="all"/>
          </a:pPr>
          <a:r>
            <a:rPr lang="en-US"/>
            <a:t>• Dry desert climate and Mars‑like visibility challenges</a:t>
          </a:r>
        </a:p>
      </dgm:t>
    </dgm:pt>
    <dgm:pt modelId="{14208A80-C004-4D0A-B35A-96E08F844749}" type="parTrans" cxnId="{540813AA-FDD8-4C77-B947-D89D20C9DBCA}">
      <dgm:prSet/>
      <dgm:spPr/>
      <dgm:t>
        <a:bodyPr/>
        <a:lstStyle/>
        <a:p>
          <a:endParaRPr lang="en-US"/>
        </a:p>
      </dgm:t>
    </dgm:pt>
    <dgm:pt modelId="{58863686-8195-4B5A-A335-95471A351637}" type="sibTrans" cxnId="{540813AA-FDD8-4C77-B947-D89D20C9DBCA}">
      <dgm:prSet/>
      <dgm:spPr/>
      <dgm:t>
        <a:bodyPr/>
        <a:lstStyle/>
        <a:p>
          <a:endParaRPr lang="en-US"/>
        </a:p>
      </dgm:t>
    </dgm:pt>
    <dgm:pt modelId="{389EC39B-BA16-4345-829D-F8FFBCC18EA3}">
      <dgm:prSet/>
      <dgm:spPr/>
      <dgm:t>
        <a:bodyPr/>
        <a:lstStyle/>
        <a:p>
          <a:pPr>
            <a:defRPr cap="all"/>
          </a:pPr>
          <a:r>
            <a:rPr lang="en-US"/>
            <a:t>• Close access to facilities and logistics support</a:t>
          </a:r>
        </a:p>
      </dgm:t>
    </dgm:pt>
    <dgm:pt modelId="{8E2143DA-E794-47DA-BBE0-AF3BD6641D86}" type="parTrans" cxnId="{6E3EDEEF-0E76-4B11-BAAA-B9E818FD14BF}">
      <dgm:prSet/>
      <dgm:spPr/>
      <dgm:t>
        <a:bodyPr/>
        <a:lstStyle/>
        <a:p>
          <a:endParaRPr lang="en-US"/>
        </a:p>
      </dgm:t>
    </dgm:pt>
    <dgm:pt modelId="{5F8C5218-15E3-4C79-9F33-C3EC4F36C2E8}" type="sibTrans" cxnId="{6E3EDEEF-0E76-4B11-BAAA-B9E818FD14BF}">
      <dgm:prSet/>
      <dgm:spPr/>
      <dgm:t>
        <a:bodyPr/>
        <a:lstStyle/>
        <a:p>
          <a:endParaRPr lang="en-US"/>
        </a:p>
      </dgm:t>
    </dgm:pt>
    <dgm:pt modelId="{663EC120-41B2-4134-94C3-C70CFD7DFDF6}" type="pres">
      <dgm:prSet presAssocID="{02240C1F-4B40-4F92-B212-1B9EA70A4543}" presName="root" presStyleCnt="0">
        <dgm:presLayoutVars>
          <dgm:dir/>
          <dgm:resizeHandles val="exact"/>
        </dgm:presLayoutVars>
      </dgm:prSet>
      <dgm:spPr/>
    </dgm:pt>
    <dgm:pt modelId="{14E9ACC7-F915-4B76-A7C5-FB268F271008}" type="pres">
      <dgm:prSet presAssocID="{9F30F84B-2AF6-461D-B363-692480BA4645}" presName="compNode" presStyleCnt="0"/>
      <dgm:spPr/>
    </dgm:pt>
    <dgm:pt modelId="{6E53D73D-56BB-4412-A4C8-F6905A21EE98}" type="pres">
      <dgm:prSet presAssocID="{9F30F84B-2AF6-461D-B363-692480BA4645}" presName="iconBgRect" presStyleLbl="bgShp" presStyleIdx="0" presStyleCnt="4"/>
      <dgm:spPr/>
    </dgm:pt>
    <dgm:pt modelId="{CC91A143-BF1A-4EBB-BFE3-2107E3A5B345}" type="pres">
      <dgm:prSet presAssocID="{9F30F84B-2AF6-461D-B363-692480BA46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9E8DB761-CE6C-4A74-8DE8-331A6ADFB240}" type="pres">
      <dgm:prSet presAssocID="{9F30F84B-2AF6-461D-B363-692480BA4645}" presName="spaceRect" presStyleCnt="0"/>
      <dgm:spPr/>
    </dgm:pt>
    <dgm:pt modelId="{0012CA8E-328F-400D-ABDC-059AD8133035}" type="pres">
      <dgm:prSet presAssocID="{9F30F84B-2AF6-461D-B363-692480BA4645}" presName="textRect" presStyleLbl="revTx" presStyleIdx="0" presStyleCnt="4">
        <dgm:presLayoutVars>
          <dgm:chMax val="1"/>
          <dgm:chPref val="1"/>
        </dgm:presLayoutVars>
      </dgm:prSet>
      <dgm:spPr/>
    </dgm:pt>
    <dgm:pt modelId="{9DEF9497-3941-485D-81B6-C37AA992C389}" type="pres">
      <dgm:prSet presAssocID="{7F15A375-BE7F-4314-90D7-7BD887EA81B4}" presName="sibTrans" presStyleCnt="0"/>
      <dgm:spPr/>
    </dgm:pt>
    <dgm:pt modelId="{F1433411-26FD-4C8F-9FBF-1D56E5AFB382}" type="pres">
      <dgm:prSet presAssocID="{931EAAC8-F580-4CD1-A168-4B4D2B94A9BE}" presName="compNode" presStyleCnt="0"/>
      <dgm:spPr/>
    </dgm:pt>
    <dgm:pt modelId="{A0530084-9D6E-4423-B303-78F39DB8BCA0}" type="pres">
      <dgm:prSet presAssocID="{931EAAC8-F580-4CD1-A168-4B4D2B94A9BE}" presName="iconBgRect" presStyleLbl="bgShp" presStyleIdx="1" presStyleCnt="4"/>
      <dgm:spPr/>
    </dgm:pt>
    <dgm:pt modelId="{F5F2A23D-734B-4B7C-85F2-436A6593D30B}" type="pres">
      <dgm:prSet presAssocID="{931EAAC8-F580-4CD1-A168-4B4D2B94A9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4527D16E-DE23-4810-8EE3-904167DE634A}" type="pres">
      <dgm:prSet presAssocID="{931EAAC8-F580-4CD1-A168-4B4D2B94A9BE}" presName="spaceRect" presStyleCnt="0"/>
      <dgm:spPr/>
    </dgm:pt>
    <dgm:pt modelId="{AAFC4498-4D75-4207-B52D-FEEFEAB81C4F}" type="pres">
      <dgm:prSet presAssocID="{931EAAC8-F580-4CD1-A168-4B4D2B94A9BE}" presName="textRect" presStyleLbl="revTx" presStyleIdx="1" presStyleCnt="4">
        <dgm:presLayoutVars>
          <dgm:chMax val="1"/>
          <dgm:chPref val="1"/>
        </dgm:presLayoutVars>
      </dgm:prSet>
      <dgm:spPr/>
    </dgm:pt>
    <dgm:pt modelId="{17DE359A-496F-4861-B526-D67C9C7CDB85}" type="pres">
      <dgm:prSet presAssocID="{D546B74B-BA64-4E4F-80A6-13730EF1951F}" presName="sibTrans" presStyleCnt="0"/>
      <dgm:spPr/>
    </dgm:pt>
    <dgm:pt modelId="{85FF57B3-1110-4055-B197-C22E4B963C19}" type="pres">
      <dgm:prSet presAssocID="{CA72502E-FBFF-4661-8EC8-672CE6D80C6F}" presName="compNode" presStyleCnt="0"/>
      <dgm:spPr/>
    </dgm:pt>
    <dgm:pt modelId="{6A35A341-283F-4B10-86FC-D6E807FA1E31}" type="pres">
      <dgm:prSet presAssocID="{CA72502E-FBFF-4661-8EC8-672CE6D80C6F}" presName="iconBgRect" presStyleLbl="bgShp" presStyleIdx="2" presStyleCnt="4"/>
      <dgm:spPr/>
    </dgm:pt>
    <dgm:pt modelId="{595F7A09-2593-4A0C-A838-DF1ED643E931}" type="pres">
      <dgm:prSet presAssocID="{CA72502E-FBFF-4661-8EC8-672CE6D80C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ctus"/>
        </a:ext>
      </dgm:extLst>
    </dgm:pt>
    <dgm:pt modelId="{8264FC25-A675-492C-8B30-5DCC8D3518A3}" type="pres">
      <dgm:prSet presAssocID="{CA72502E-FBFF-4661-8EC8-672CE6D80C6F}" presName="spaceRect" presStyleCnt="0"/>
      <dgm:spPr/>
    </dgm:pt>
    <dgm:pt modelId="{DC39A4DC-6377-4B68-AA86-ABC748AA6162}" type="pres">
      <dgm:prSet presAssocID="{CA72502E-FBFF-4661-8EC8-672CE6D80C6F}" presName="textRect" presStyleLbl="revTx" presStyleIdx="2" presStyleCnt="4">
        <dgm:presLayoutVars>
          <dgm:chMax val="1"/>
          <dgm:chPref val="1"/>
        </dgm:presLayoutVars>
      </dgm:prSet>
      <dgm:spPr/>
    </dgm:pt>
    <dgm:pt modelId="{80E42BEE-2575-481A-85E7-A530855554F4}" type="pres">
      <dgm:prSet presAssocID="{58863686-8195-4B5A-A335-95471A351637}" presName="sibTrans" presStyleCnt="0"/>
      <dgm:spPr/>
    </dgm:pt>
    <dgm:pt modelId="{1A3892CC-F4FD-4498-84CB-0E3AD65C743F}" type="pres">
      <dgm:prSet presAssocID="{389EC39B-BA16-4345-829D-F8FFBCC18EA3}" presName="compNode" presStyleCnt="0"/>
      <dgm:spPr/>
    </dgm:pt>
    <dgm:pt modelId="{5DFDC906-1705-45B5-B8A3-E9C614E89C25}" type="pres">
      <dgm:prSet presAssocID="{389EC39B-BA16-4345-829D-F8FFBCC18EA3}" presName="iconBgRect" presStyleLbl="bgShp" presStyleIdx="3" presStyleCnt="4"/>
      <dgm:spPr/>
    </dgm:pt>
    <dgm:pt modelId="{9B73D96E-994D-4A00-82EA-23DE7676E5B6}" type="pres">
      <dgm:prSet presAssocID="{389EC39B-BA16-4345-829D-F8FFBCC18E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84D8B3D5-977C-41F0-B468-117E007A15C8}" type="pres">
      <dgm:prSet presAssocID="{389EC39B-BA16-4345-829D-F8FFBCC18EA3}" presName="spaceRect" presStyleCnt="0"/>
      <dgm:spPr/>
    </dgm:pt>
    <dgm:pt modelId="{4D314658-3ACA-40A9-81A3-6BBCB3605990}" type="pres">
      <dgm:prSet presAssocID="{389EC39B-BA16-4345-829D-F8FFBCC18EA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D61EE0F-29B8-477C-AD13-91BE68D2C979}" type="presOf" srcId="{02240C1F-4B40-4F92-B212-1B9EA70A4543}" destId="{663EC120-41B2-4134-94C3-C70CFD7DFDF6}" srcOrd="0" destOrd="0" presId="urn:microsoft.com/office/officeart/2018/5/layout/IconCircleLabelList"/>
    <dgm:cxn modelId="{02119726-D87A-4C98-BFCA-17B037DBC494}" type="presOf" srcId="{9F30F84B-2AF6-461D-B363-692480BA4645}" destId="{0012CA8E-328F-400D-ABDC-059AD8133035}" srcOrd="0" destOrd="0" presId="urn:microsoft.com/office/officeart/2018/5/layout/IconCircleLabelList"/>
    <dgm:cxn modelId="{90F7782D-5E9F-4484-942F-7000C4B70255}" type="presOf" srcId="{CA72502E-FBFF-4661-8EC8-672CE6D80C6F}" destId="{DC39A4DC-6377-4B68-AA86-ABC748AA6162}" srcOrd="0" destOrd="0" presId="urn:microsoft.com/office/officeart/2018/5/layout/IconCircleLabelList"/>
    <dgm:cxn modelId="{449C565C-BC60-4190-9828-3012AFE3E296}" srcId="{02240C1F-4B40-4F92-B212-1B9EA70A4543}" destId="{9F30F84B-2AF6-461D-B363-692480BA4645}" srcOrd="0" destOrd="0" parTransId="{363DB21D-0962-4086-B3B8-50D54B3BAE41}" sibTransId="{7F15A375-BE7F-4314-90D7-7BD887EA81B4}"/>
    <dgm:cxn modelId="{C5BA1562-3D6F-4C37-AB78-FF86AD97A71F}" type="presOf" srcId="{931EAAC8-F580-4CD1-A168-4B4D2B94A9BE}" destId="{AAFC4498-4D75-4207-B52D-FEEFEAB81C4F}" srcOrd="0" destOrd="0" presId="urn:microsoft.com/office/officeart/2018/5/layout/IconCircleLabelList"/>
    <dgm:cxn modelId="{540813AA-FDD8-4C77-B947-D89D20C9DBCA}" srcId="{02240C1F-4B40-4F92-B212-1B9EA70A4543}" destId="{CA72502E-FBFF-4661-8EC8-672CE6D80C6F}" srcOrd="2" destOrd="0" parTransId="{14208A80-C004-4D0A-B35A-96E08F844749}" sibTransId="{58863686-8195-4B5A-A335-95471A351637}"/>
    <dgm:cxn modelId="{C53FECBB-0E0F-46AD-B67D-784764E9277E}" srcId="{02240C1F-4B40-4F92-B212-1B9EA70A4543}" destId="{931EAAC8-F580-4CD1-A168-4B4D2B94A9BE}" srcOrd="1" destOrd="0" parTransId="{4D44BFC4-649F-4FD8-BB50-6B67A9C27BC4}" sibTransId="{D546B74B-BA64-4E4F-80A6-13730EF1951F}"/>
    <dgm:cxn modelId="{6E3EDEEF-0E76-4B11-BAAA-B9E818FD14BF}" srcId="{02240C1F-4B40-4F92-B212-1B9EA70A4543}" destId="{389EC39B-BA16-4345-829D-F8FFBCC18EA3}" srcOrd="3" destOrd="0" parTransId="{8E2143DA-E794-47DA-BBE0-AF3BD6641D86}" sibTransId="{5F8C5218-15E3-4C79-9F33-C3EC4F36C2E8}"/>
    <dgm:cxn modelId="{E0E3C2F1-5A04-490E-9E62-9D605464D45F}" type="presOf" srcId="{389EC39B-BA16-4345-829D-F8FFBCC18EA3}" destId="{4D314658-3ACA-40A9-81A3-6BBCB3605990}" srcOrd="0" destOrd="0" presId="urn:microsoft.com/office/officeart/2018/5/layout/IconCircleLabelList"/>
    <dgm:cxn modelId="{86937AA7-4D4A-4496-ADE7-79FEEC45F483}" type="presParOf" srcId="{663EC120-41B2-4134-94C3-C70CFD7DFDF6}" destId="{14E9ACC7-F915-4B76-A7C5-FB268F271008}" srcOrd="0" destOrd="0" presId="urn:microsoft.com/office/officeart/2018/5/layout/IconCircleLabelList"/>
    <dgm:cxn modelId="{0FBACE33-99FC-4AFA-890C-58A4828F612C}" type="presParOf" srcId="{14E9ACC7-F915-4B76-A7C5-FB268F271008}" destId="{6E53D73D-56BB-4412-A4C8-F6905A21EE98}" srcOrd="0" destOrd="0" presId="urn:microsoft.com/office/officeart/2018/5/layout/IconCircleLabelList"/>
    <dgm:cxn modelId="{3B2EBA7F-E6EA-4FC2-AB67-C8BDD1BBB454}" type="presParOf" srcId="{14E9ACC7-F915-4B76-A7C5-FB268F271008}" destId="{CC91A143-BF1A-4EBB-BFE3-2107E3A5B345}" srcOrd="1" destOrd="0" presId="urn:microsoft.com/office/officeart/2018/5/layout/IconCircleLabelList"/>
    <dgm:cxn modelId="{75919694-FEE2-4A0C-8B82-1B7075E86A63}" type="presParOf" srcId="{14E9ACC7-F915-4B76-A7C5-FB268F271008}" destId="{9E8DB761-CE6C-4A74-8DE8-331A6ADFB240}" srcOrd="2" destOrd="0" presId="urn:microsoft.com/office/officeart/2018/5/layout/IconCircleLabelList"/>
    <dgm:cxn modelId="{7A55A594-B77B-469C-8498-0BF6173FEE1F}" type="presParOf" srcId="{14E9ACC7-F915-4B76-A7C5-FB268F271008}" destId="{0012CA8E-328F-400D-ABDC-059AD8133035}" srcOrd="3" destOrd="0" presId="urn:microsoft.com/office/officeart/2018/5/layout/IconCircleLabelList"/>
    <dgm:cxn modelId="{CD7BB1AD-D7F0-40C2-A57F-31463A53CD66}" type="presParOf" srcId="{663EC120-41B2-4134-94C3-C70CFD7DFDF6}" destId="{9DEF9497-3941-485D-81B6-C37AA992C389}" srcOrd="1" destOrd="0" presId="urn:microsoft.com/office/officeart/2018/5/layout/IconCircleLabelList"/>
    <dgm:cxn modelId="{DFAB8041-764B-45DD-BB66-C120C40DFCBD}" type="presParOf" srcId="{663EC120-41B2-4134-94C3-C70CFD7DFDF6}" destId="{F1433411-26FD-4C8F-9FBF-1D56E5AFB382}" srcOrd="2" destOrd="0" presId="urn:microsoft.com/office/officeart/2018/5/layout/IconCircleLabelList"/>
    <dgm:cxn modelId="{F6DFE62C-E868-41E9-91EC-6310739B089D}" type="presParOf" srcId="{F1433411-26FD-4C8F-9FBF-1D56E5AFB382}" destId="{A0530084-9D6E-4423-B303-78F39DB8BCA0}" srcOrd="0" destOrd="0" presId="urn:microsoft.com/office/officeart/2018/5/layout/IconCircleLabelList"/>
    <dgm:cxn modelId="{52993D97-335B-4FF8-83B6-D6BD490866FD}" type="presParOf" srcId="{F1433411-26FD-4C8F-9FBF-1D56E5AFB382}" destId="{F5F2A23D-734B-4B7C-85F2-436A6593D30B}" srcOrd="1" destOrd="0" presId="urn:microsoft.com/office/officeart/2018/5/layout/IconCircleLabelList"/>
    <dgm:cxn modelId="{578CD1B8-6D2D-4245-A404-36FE7A5B9A5E}" type="presParOf" srcId="{F1433411-26FD-4C8F-9FBF-1D56E5AFB382}" destId="{4527D16E-DE23-4810-8EE3-904167DE634A}" srcOrd="2" destOrd="0" presId="urn:microsoft.com/office/officeart/2018/5/layout/IconCircleLabelList"/>
    <dgm:cxn modelId="{831A22A1-2234-4137-AD7B-5277583B556A}" type="presParOf" srcId="{F1433411-26FD-4C8F-9FBF-1D56E5AFB382}" destId="{AAFC4498-4D75-4207-B52D-FEEFEAB81C4F}" srcOrd="3" destOrd="0" presId="urn:microsoft.com/office/officeart/2018/5/layout/IconCircleLabelList"/>
    <dgm:cxn modelId="{7C7241CF-5CB2-44AC-8373-C5E25FE7F761}" type="presParOf" srcId="{663EC120-41B2-4134-94C3-C70CFD7DFDF6}" destId="{17DE359A-496F-4861-B526-D67C9C7CDB85}" srcOrd="3" destOrd="0" presId="urn:microsoft.com/office/officeart/2018/5/layout/IconCircleLabelList"/>
    <dgm:cxn modelId="{913A873D-8ED0-4216-A3E6-BA9F816E59CA}" type="presParOf" srcId="{663EC120-41B2-4134-94C3-C70CFD7DFDF6}" destId="{85FF57B3-1110-4055-B197-C22E4B963C19}" srcOrd="4" destOrd="0" presId="urn:microsoft.com/office/officeart/2018/5/layout/IconCircleLabelList"/>
    <dgm:cxn modelId="{04257878-2089-4BA0-87F4-56ACF5C6E827}" type="presParOf" srcId="{85FF57B3-1110-4055-B197-C22E4B963C19}" destId="{6A35A341-283F-4B10-86FC-D6E807FA1E31}" srcOrd="0" destOrd="0" presId="urn:microsoft.com/office/officeart/2018/5/layout/IconCircleLabelList"/>
    <dgm:cxn modelId="{D001CF99-4B03-45EB-B238-BEE5DD7370C4}" type="presParOf" srcId="{85FF57B3-1110-4055-B197-C22E4B963C19}" destId="{595F7A09-2593-4A0C-A838-DF1ED643E931}" srcOrd="1" destOrd="0" presId="urn:microsoft.com/office/officeart/2018/5/layout/IconCircleLabelList"/>
    <dgm:cxn modelId="{8CA76D3B-10E0-4FE2-97B1-109EA80869F6}" type="presParOf" srcId="{85FF57B3-1110-4055-B197-C22E4B963C19}" destId="{8264FC25-A675-492C-8B30-5DCC8D3518A3}" srcOrd="2" destOrd="0" presId="urn:microsoft.com/office/officeart/2018/5/layout/IconCircleLabelList"/>
    <dgm:cxn modelId="{D3B2BAAB-0B17-4F2B-8552-6A1AC1538FE5}" type="presParOf" srcId="{85FF57B3-1110-4055-B197-C22E4B963C19}" destId="{DC39A4DC-6377-4B68-AA86-ABC748AA6162}" srcOrd="3" destOrd="0" presId="urn:microsoft.com/office/officeart/2018/5/layout/IconCircleLabelList"/>
    <dgm:cxn modelId="{CCE0A27D-122D-4519-96AF-CB6E38358490}" type="presParOf" srcId="{663EC120-41B2-4134-94C3-C70CFD7DFDF6}" destId="{80E42BEE-2575-481A-85E7-A530855554F4}" srcOrd="5" destOrd="0" presId="urn:microsoft.com/office/officeart/2018/5/layout/IconCircleLabelList"/>
    <dgm:cxn modelId="{24175735-3577-407B-8984-0E18A7A8840E}" type="presParOf" srcId="{663EC120-41B2-4134-94C3-C70CFD7DFDF6}" destId="{1A3892CC-F4FD-4498-84CB-0E3AD65C743F}" srcOrd="6" destOrd="0" presId="urn:microsoft.com/office/officeart/2018/5/layout/IconCircleLabelList"/>
    <dgm:cxn modelId="{C6E0903D-ED41-4CBD-A9D7-0D4B631988ED}" type="presParOf" srcId="{1A3892CC-F4FD-4498-84CB-0E3AD65C743F}" destId="{5DFDC906-1705-45B5-B8A3-E9C614E89C25}" srcOrd="0" destOrd="0" presId="urn:microsoft.com/office/officeart/2018/5/layout/IconCircleLabelList"/>
    <dgm:cxn modelId="{304CCA89-2101-4A21-8BCB-F956DD022D23}" type="presParOf" srcId="{1A3892CC-F4FD-4498-84CB-0E3AD65C743F}" destId="{9B73D96E-994D-4A00-82EA-23DE7676E5B6}" srcOrd="1" destOrd="0" presId="urn:microsoft.com/office/officeart/2018/5/layout/IconCircleLabelList"/>
    <dgm:cxn modelId="{E83790F6-42E0-46B3-99B8-3A17B6212866}" type="presParOf" srcId="{1A3892CC-F4FD-4498-84CB-0E3AD65C743F}" destId="{84D8B3D5-977C-41F0-B468-117E007A15C8}" srcOrd="2" destOrd="0" presId="urn:microsoft.com/office/officeart/2018/5/layout/IconCircleLabelList"/>
    <dgm:cxn modelId="{C597DE54-1442-40DF-AE69-0F3666D6DFAB}" type="presParOf" srcId="{1A3892CC-F4FD-4498-84CB-0E3AD65C743F}" destId="{4D314658-3ACA-40A9-81A3-6BBCB36059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41EA96-B10C-4483-A94C-12D9A7796BA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C4CADA7-16B7-4E5A-B037-5FF46EF2DD24}">
      <dgm:prSet/>
      <dgm:spPr/>
      <dgm:t>
        <a:bodyPr/>
        <a:lstStyle/>
        <a:p>
          <a:r>
            <a:rPr lang="en-US"/>
            <a:t>• Controlled land and restricted airspace</a:t>
          </a:r>
        </a:p>
      </dgm:t>
    </dgm:pt>
    <dgm:pt modelId="{1F2654D8-C82D-48DA-A63E-8636D33CF258}" type="parTrans" cxnId="{FCB80090-0A23-49F4-B76C-0466D2EC139C}">
      <dgm:prSet/>
      <dgm:spPr/>
      <dgm:t>
        <a:bodyPr/>
        <a:lstStyle/>
        <a:p>
          <a:endParaRPr lang="en-US"/>
        </a:p>
      </dgm:t>
    </dgm:pt>
    <dgm:pt modelId="{9D029AA3-E4B4-46C7-AC2E-70B12FAA0513}" type="sibTrans" cxnId="{FCB80090-0A23-49F4-B76C-0466D2EC139C}">
      <dgm:prSet/>
      <dgm:spPr/>
      <dgm:t>
        <a:bodyPr/>
        <a:lstStyle/>
        <a:p>
          <a:endParaRPr lang="en-US"/>
        </a:p>
      </dgm:t>
    </dgm:pt>
    <dgm:pt modelId="{A9FA2E41-228C-432E-9240-9B102CF2746E}">
      <dgm:prSet/>
      <dgm:spPr/>
      <dgm:t>
        <a:bodyPr/>
        <a:lstStyle/>
        <a:p>
          <a:r>
            <a:rPr lang="en-US"/>
            <a:t>• Support for RF testing and GPS-denied scenarios</a:t>
          </a:r>
        </a:p>
      </dgm:t>
    </dgm:pt>
    <dgm:pt modelId="{EABCC312-A3A3-4DA8-B0F5-866273BE6A48}" type="parTrans" cxnId="{F01A6867-0D71-4E84-B8F2-CA4CDBCE6EED}">
      <dgm:prSet/>
      <dgm:spPr/>
      <dgm:t>
        <a:bodyPr/>
        <a:lstStyle/>
        <a:p>
          <a:endParaRPr lang="en-US"/>
        </a:p>
      </dgm:t>
    </dgm:pt>
    <dgm:pt modelId="{FD1C6C9D-B437-4907-9BE2-7CD3EA7677CD}" type="sibTrans" cxnId="{F01A6867-0D71-4E84-B8F2-CA4CDBCE6EED}">
      <dgm:prSet/>
      <dgm:spPr/>
      <dgm:t>
        <a:bodyPr/>
        <a:lstStyle/>
        <a:p>
          <a:endParaRPr lang="en-US"/>
        </a:p>
      </dgm:t>
    </dgm:pt>
    <dgm:pt modelId="{C0856217-D08A-4366-8E3C-8F5EA37EC7E6}">
      <dgm:prSet/>
      <dgm:spPr/>
      <dgm:t>
        <a:bodyPr/>
        <a:lstStyle/>
        <a:p>
          <a:r>
            <a:rPr lang="en-US"/>
            <a:t>• BLM permitting for nearby areas</a:t>
          </a:r>
        </a:p>
      </dgm:t>
    </dgm:pt>
    <dgm:pt modelId="{9F0EC5B1-684F-4F8F-B36B-02BD9CB90CF3}" type="parTrans" cxnId="{87263CF1-1474-4482-9341-984C0E07FD34}">
      <dgm:prSet/>
      <dgm:spPr/>
      <dgm:t>
        <a:bodyPr/>
        <a:lstStyle/>
        <a:p>
          <a:endParaRPr lang="en-US"/>
        </a:p>
      </dgm:t>
    </dgm:pt>
    <dgm:pt modelId="{4593999E-1B2E-4A5C-A083-E7AADF22CA47}" type="sibTrans" cxnId="{87263CF1-1474-4482-9341-984C0E07FD34}">
      <dgm:prSet/>
      <dgm:spPr/>
      <dgm:t>
        <a:bodyPr/>
        <a:lstStyle/>
        <a:p>
          <a:endParaRPr lang="en-US"/>
        </a:p>
      </dgm:t>
    </dgm:pt>
    <dgm:pt modelId="{47582CC8-C7D0-4E75-B9EA-81BB9A4D87D5}">
      <dgm:prSet/>
      <dgm:spPr/>
      <dgm:t>
        <a:bodyPr/>
        <a:lstStyle/>
        <a:p>
          <a:r>
            <a:rPr lang="en-US"/>
            <a:t>• Weather: dust, heat, winds, cold nights</a:t>
          </a:r>
        </a:p>
      </dgm:t>
    </dgm:pt>
    <dgm:pt modelId="{207D597E-DC25-41A7-AC77-BA4A4AA083B3}" type="parTrans" cxnId="{D3D5C360-9AA7-41B3-AB02-ACE7314EDD52}">
      <dgm:prSet/>
      <dgm:spPr/>
      <dgm:t>
        <a:bodyPr/>
        <a:lstStyle/>
        <a:p>
          <a:endParaRPr lang="en-US"/>
        </a:p>
      </dgm:t>
    </dgm:pt>
    <dgm:pt modelId="{945E35DB-C972-4D47-B203-DF0D8C26A967}" type="sibTrans" cxnId="{D3D5C360-9AA7-41B3-AB02-ACE7314EDD52}">
      <dgm:prSet/>
      <dgm:spPr/>
      <dgm:t>
        <a:bodyPr/>
        <a:lstStyle/>
        <a:p>
          <a:endParaRPr lang="en-US"/>
        </a:p>
      </dgm:t>
    </dgm:pt>
    <dgm:pt modelId="{8646BC70-1FA9-4491-B4EE-81D9F4373041}" type="pres">
      <dgm:prSet presAssocID="{AD41EA96-B10C-4483-A94C-12D9A7796BAA}" presName="root" presStyleCnt="0">
        <dgm:presLayoutVars>
          <dgm:dir/>
          <dgm:resizeHandles val="exact"/>
        </dgm:presLayoutVars>
      </dgm:prSet>
      <dgm:spPr/>
    </dgm:pt>
    <dgm:pt modelId="{29004731-F9AA-412F-975A-BC3638D16820}" type="pres">
      <dgm:prSet presAssocID="{AD41EA96-B10C-4483-A94C-12D9A7796BAA}" presName="container" presStyleCnt="0">
        <dgm:presLayoutVars>
          <dgm:dir/>
          <dgm:resizeHandles val="exact"/>
        </dgm:presLayoutVars>
      </dgm:prSet>
      <dgm:spPr/>
    </dgm:pt>
    <dgm:pt modelId="{DD2DD37F-E2E6-47B1-8331-5201A565EA1C}" type="pres">
      <dgm:prSet presAssocID="{3C4CADA7-16B7-4E5A-B037-5FF46EF2DD24}" presName="compNode" presStyleCnt="0"/>
      <dgm:spPr/>
    </dgm:pt>
    <dgm:pt modelId="{63E43BDF-5041-42A9-8C20-9F7227DD09DF}" type="pres">
      <dgm:prSet presAssocID="{3C4CADA7-16B7-4E5A-B037-5FF46EF2DD24}" presName="iconBgRect" presStyleLbl="bgShp" presStyleIdx="0" presStyleCnt="4"/>
      <dgm:spPr/>
    </dgm:pt>
    <dgm:pt modelId="{2BF205DD-CA93-4782-ABE8-CE64E69A9A07}" type="pres">
      <dgm:prSet presAssocID="{3C4CADA7-16B7-4E5A-B037-5FF46EF2DD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D0D15DC1-5035-4652-A492-6D376B6E656B}" type="pres">
      <dgm:prSet presAssocID="{3C4CADA7-16B7-4E5A-B037-5FF46EF2DD24}" presName="spaceRect" presStyleCnt="0"/>
      <dgm:spPr/>
    </dgm:pt>
    <dgm:pt modelId="{4D0803AF-5788-4795-AAAE-38D2C11DD6D1}" type="pres">
      <dgm:prSet presAssocID="{3C4CADA7-16B7-4E5A-B037-5FF46EF2DD24}" presName="textRect" presStyleLbl="revTx" presStyleIdx="0" presStyleCnt="4">
        <dgm:presLayoutVars>
          <dgm:chMax val="1"/>
          <dgm:chPref val="1"/>
        </dgm:presLayoutVars>
      </dgm:prSet>
      <dgm:spPr/>
    </dgm:pt>
    <dgm:pt modelId="{A8F0CBA2-F529-4CDA-81C0-77573DBBE2C9}" type="pres">
      <dgm:prSet presAssocID="{9D029AA3-E4B4-46C7-AC2E-70B12FAA0513}" presName="sibTrans" presStyleLbl="sibTrans2D1" presStyleIdx="0" presStyleCnt="0"/>
      <dgm:spPr/>
    </dgm:pt>
    <dgm:pt modelId="{083EC1F9-0EB0-4922-A171-145FCDB4A109}" type="pres">
      <dgm:prSet presAssocID="{A9FA2E41-228C-432E-9240-9B102CF2746E}" presName="compNode" presStyleCnt="0"/>
      <dgm:spPr/>
    </dgm:pt>
    <dgm:pt modelId="{41981F06-30C0-4AE4-A443-934D5BFBD4C6}" type="pres">
      <dgm:prSet presAssocID="{A9FA2E41-228C-432E-9240-9B102CF2746E}" presName="iconBgRect" presStyleLbl="bgShp" presStyleIdx="1" presStyleCnt="4"/>
      <dgm:spPr/>
    </dgm:pt>
    <dgm:pt modelId="{FE0457C6-BACC-4BC8-838D-D97C84F646D7}" type="pres">
      <dgm:prSet presAssocID="{A9FA2E41-228C-432E-9240-9B102CF2746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D4583FFC-51F4-4E24-8BBA-37535E153446}" type="pres">
      <dgm:prSet presAssocID="{A9FA2E41-228C-432E-9240-9B102CF2746E}" presName="spaceRect" presStyleCnt="0"/>
      <dgm:spPr/>
    </dgm:pt>
    <dgm:pt modelId="{E3184FCE-85A2-4FD5-8A0B-DF407F332629}" type="pres">
      <dgm:prSet presAssocID="{A9FA2E41-228C-432E-9240-9B102CF2746E}" presName="textRect" presStyleLbl="revTx" presStyleIdx="1" presStyleCnt="4">
        <dgm:presLayoutVars>
          <dgm:chMax val="1"/>
          <dgm:chPref val="1"/>
        </dgm:presLayoutVars>
      </dgm:prSet>
      <dgm:spPr/>
    </dgm:pt>
    <dgm:pt modelId="{31FC7E98-70FE-442C-918F-D02E25218238}" type="pres">
      <dgm:prSet presAssocID="{FD1C6C9D-B437-4907-9BE2-7CD3EA7677CD}" presName="sibTrans" presStyleLbl="sibTrans2D1" presStyleIdx="0" presStyleCnt="0"/>
      <dgm:spPr/>
    </dgm:pt>
    <dgm:pt modelId="{295038A8-A704-4232-9D43-3E3F882DA49F}" type="pres">
      <dgm:prSet presAssocID="{C0856217-D08A-4366-8E3C-8F5EA37EC7E6}" presName="compNode" presStyleCnt="0"/>
      <dgm:spPr/>
    </dgm:pt>
    <dgm:pt modelId="{E124DC76-2D67-4D4E-B9F5-8BA47B8643F7}" type="pres">
      <dgm:prSet presAssocID="{C0856217-D08A-4366-8E3C-8F5EA37EC7E6}" presName="iconBgRect" presStyleLbl="bgShp" presStyleIdx="2" presStyleCnt="4"/>
      <dgm:spPr/>
    </dgm:pt>
    <dgm:pt modelId="{DC73BAAA-6967-4F8B-AB72-A3F167D6A8AE}" type="pres">
      <dgm:prSet presAssocID="{C0856217-D08A-4366-8E3C-8F5EA37EC7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58FB79D9-4DEB-4DE4-85A8-E37B39C239AF}" type="pres">
      <dgm:prSet presAssocID="{C0856217-D08A-4366-8E3C-8F5EA37EC7E6}" presName="spaceRect" presStyleCnt="0"/>
      <dgm:spPr/>
    </dgm:pt>
    <dgm:pt modelId="{22244CA3-8EC4-4287-B3F8-8BB2FC379BF1}" type="pres">
      <dgm:prSet presAssocID="{C0856217-D08A-4366-8E3C-8F5EA37EC7E6}" presName="textRect" presStyleLbl="revTx" presStyleIdx="2" presStyleCnt="4">
        <dgm:presLayoutVars>
          <dgm:chMax val="1"/>
          <dgm:chPref val="1"/>
        </dgm:presLayoutVars>
      </dgm:prSet>
      <dgm:spPr/>
    </dgm:pt>
    <dgm:pt modelId="{423EB007-1464-4A72-93FE-65737D8006C1}" type="pres">
      <dgm:prSet presAssocID="{4593999E-1B2E-4A5C-A083-E7AADF22CA47}" presName="sibTrans" presStyleLbl="sibTrans2D1" presStyleIdx="0" presStyleCnt="0"/>
      <dgm:spPr/>
    </dgm:pt>
    <dgm:pt modelId="{B10A1256-19C7-4EC2-AA13-4FF118B8798C}" type="pres">
      <dgm:prSet presAssocID="{47582CC8-C7D0-4E75-B9EA-81BB9A4D87D5}" presName="compNode" presStyleCnt="0"/>
      <dgm:spPr/>
    </dgm:pt>
    <dgm:pt modelId="{C609E10E-40F5-41BD-A023-E1FE5A1443A3}" type="pres">
      <dgm:prSet presAssocID="{47582CC8-C7D0-4E75-B9EA-81BB9A4D87D5}" presName="iconBgRect" presStyleLbl="bgShp" presStyleIdx="3" presStyleCnt="4"/>
      <dgm:spPr/>
    </dgm:pt>
    <dgm:pt modelId="{16FCEF16-A24D-4D93-9F97-44CEE7E9CB51}" type="pres">
      <dgm:prSet presAssocID="{47582CC8-C7D0-4E75-B9EA-81BB9A4D87D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4DD407DD-C713-4C88-9CC2-494367351D28}" type="pres">
      <dgm:prSet presAssocID="{47582CC8-C7D0-4E75-B9EA-81BB9A4D87D5}" presName="spaceRect" presStyleCnt="0"/>
      <dgm:spPr/>
    </dgm:pt>
    <dgm:pt modelId="{D81E29F3-9EFA-4E99-89DA-D0F8971C1A0A}" type="pres">
      <dgm:prSet presAssocID="{47582CC8-C7D0-4E75-B9EA-81BB9A4D87D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5474624-9D80-41F2-8541-7A6658AF05C3}" type="presOf" srcId="{FD1C6C9D-B437-4907-9BE2-7CD3EA7677CD}" destId="{31FC7E98-70FE-442C-918F-D02E25218238}" srcOrd="0" destOrd="0" presId="urn:microsoft.com/office/officeart/2018/2/layout/IconCircleList"/>
    <dgm:cxn modelId="{AF03D64C-0DB6-4AAE-B535-3EC42187A893}" type="presOf" srcId="{47582CC8-C7D0-4E75-B9EA-81BB9A4D87D5}" destId="{D81E29F3-9EFA-4E99-89DA-D0F8971C1A0A}" srcOrd="0" destOrd="0" presId="urn:microsoft.com/office/officeart/2018/2/layout/IconCircleList"/>
    <dgm:cxn modelId="{DE84E655-DA3F-4C35-A39B-E6EC3120CEEC}" type="presOf" srcId="{3C4CADA7-16B7-4E5A-B037-5FF46EF2DD24}" destId="{4D0803AF-5788-4795-AAAE-38D2C11DD6D1}" srcOrd="0" destOrd="0" presId="urn:microsoft.com/office/officeart/2018/2/layout/IconCircleList"/>
    <dgm:cxn modelId="{D1A08360-76B7-49E6-AFE1-8C9EC474B6AD}" type="presOf" srcId="{9D029AA3-E4B4-46C7-AC2E-70B12FAA0513}" destId="{A8F0CBA2-F529-4CDA-81C0-77573DBBE2C9}" srcOrd="0" destOrd="0" presId="urn:microsoft.com/office/officeart/2018/2/layout/IconCircleList"/>
    <dgm:cxn modelId="{D3D5C360-9AA7-41B3-AB02-ACE7314EDD52}" srcId="{AD41EA96-B10C-4483-A94C-12D9A7796BAA}" destId="{47582CC8-C7D0-4E75-B9EA-81BB9A4D87D5}" srcOrd="3" destOrd="0" parTransId="{207D597E-DC25-41A7-AC77-BA4A4AA083B3}" sibTransId="{945E35DB-C972-4D47-B203-DF0D8C26A967}"/>
    <dgm:cxn modelId="{F01A6867-0D71-4E84-B8F2-CA4CDBCE6EED}" srcId="{AD41EA96-B10C-4483-A94C-12D9A7796BAA}" destId="{A9FA2E41-228C-432E-9240-9B102CF2746E}" srcOrd="1" destOrd="0" parTransId="{EABCC312-A3A3-4DA8-B0F5-866273BE6A48}" sibTransId="{FD1C6C9D-B437-4907-9BE2-7CD3EA7677CD}"/>
    <dgm:cxn modelId="{01674B7E-76DE-4AC2-B3B5-29C0C2DB4FA2}" type="presOf" srcId="{AD41EA96-B10C-4483-A94C-12D9A7796BAA}" destId="{8646BC70-1FA9-4491-B4EE-81D9F4373041}" srcOrd="0" destOrd="0" presId="urn:microsoft.com/office/officeart/2018/2/layout/IconCircleList"/>
    <dgm:cxn modelId="{FCB80090-0A23-49F4-B76C-0466D2EC139C}" srcId="{AD41EA96-B10C-4483-A94C-12D9A7796BAA}" destId="{3C4CADA7-16B7-4E5A-B037-5FF46EF2DD24}" srcOrd="0" destOrd="0" parTransId="{1F2654D8-C82D-48DA-A63E-8636D33CF258}" sibTransId="{9D029AA3-E4B4-46C7-AC2E-70B12FAA0513}"/>
    <dgm:cxn modelId="{C3B50DA1-6266-45EA-B201-FE144C5AD4BC}" type="presOf" srcId="{A9FA2E41-228C-432E-9240-9B102CF2746E}" destId="{E3184FCE-85A2-4FD5-8A0B-DF407F332629}" srcOrd="0" destOrd="0" presId="urn:microsoft.com/office/officeart/2018/2/layout/IconCircleList"/>
    <dgm:cxn modelId="{B0D138D6-41C0-4EFD-8F9D-FE3B3DECCF16}" type="presOf" srcId="{4593999E-1B2E-4A5C-A083-E7AADF22CA47}" destId="{423EB007-1464-4A72-93FE-65737D8006C1}" srcOrd="0" destOrd="0" presId="urn:microsoft.com/office/officeart/2018/2/layout/IconCircleList"/>
    <dgm:cxn modelId="{87263CF1-1474-4482-9341-984C0E07FD34}" srcId="{AD41EA96-B10C-4483-A94C-12D9A7796BAA}" destId="{C0856217-D08A-4366-8E3C-8F5EA37EC7E6}" srcOrd="2" destOrd="0" parTransId="{9F0EC5B1-684F-4F8F-B36B-02BD9CB90CF3}" sibTransId="{4593999E-1B2E-4A5C-A083-E7AADF22CA47}"/>
    <dgm:cxn modelId="{DBE728F5-113E-4FF6-BDC7-DFB44D585CD3}" type="presOf" srcId="{C0856217-D08A-4366-8E3C-8F5EA37EC7E6}" destId="{22244CA3-8EC4-4287-B3F8-8BB2FC379BF1}" srcOrd="0" destOrd="0" presId="urn:microsoft.com/office/officeart/2018/2/layout/IconCircleList"/>
    <dgm:cxn modelId="{45C22D2A-CFB3-442B-BD89-2B39B0B9AB61}" type="presParOf" srcId="{8646BC70-1FA9-4491-B4EE-81D9F4373041}" destId="{29004731-F9AA-412F-975A-BC3638D16820}" srcOrd="0" destOrd="0" presId="urn:microsoft.com/office/officeart/2018/2/layout/IconCircleList"/>
    <dgm:cxn modelId="{8E1F2E3B-7093-43DC-A9B5-D8684DE14B0B}" type="presParOf" srcId="{29004731-F9AA-412F-975A-BC3638D16820}" destId="{DD2DD37F-E2E6-47B1-8331-5201A565EA1C}" srcOrd="0" destOrd="0" presId="urn:microsoft.com/office/officeart/2018/2/layout/IconCircleList"/>
    <dgm:cxn modelId="{7675FA28-337C-4EF7-B2FD-5D1D689FE6C4}" type="presParOf" srcId="{DD2DD37F-E2E6-47B1-8331-5201A565EA1C}" destId="{63E43BDF-5041-42A9-8C20-9F7227DD09DF}" srcOrd="0" destOrd="0" presId="urn:microsoft.com/office/officeart/2018/2/layout/IconCircleList"/>
    <dgm:cxn modelId="{FA1D4CA4-9CC0-4F07-AB42-F90B8652A539}" type="presParOf" srcId="{DD2DD37F-E2E6-47B1-8331-5201A565EA1C}" destId="{2BF205DD-CA93-4782-ABE8-CE64E69A9A07}" srcOrd="1" destOrd="0" presId="urn:microsoft.com/office/officeart/2018/2/layout/IconCircleList"/>
    <dgm:cxn modelId="{416CB2B0-756A-4B3D-9549-865BF9326319}" type="presParOf" srcId="{DD2DD37F-E2E6-47B1-8331-5201A565EA1C}" destId="{D0D15DC1-5035-4652-A492-6D376B6E656B}" srcOrd="2" destOrd="0" presId="urn:microsoft.com/office/officeart/2018/2/layout/IconCircleList"/>
    <dgm:cxn modelId="{5AC666D9-C7D3-4D1E-81BF-72AD33032220}" type="presParOf" srcId="{DD2DD37F-E2E6-47B1-8331-5201A565EA1C}" destId="{4D0803AF-5788-4795-AAAE-38D2C11DD6D1}" srcOrd="3" destOrd="0" presId="urn:microsoft.com/office/officeart/2018/2/layout/IconCircleList"/>
    <dgm:cxn modelId="{D0D881B7-224C-4B42-938F-DCAE27E27053}" type="presParOf" srcId="{29004731-F9AA-412F-975A-BC3638D16820}" destId="{A8F0CBA2-F529-4CDA-81C0-77573DBBE2C9}" srcOrd="1" destOrd="0" presId="urn:microsoft.com/office/officeart/2018/2/layout/IconCircleList"/>
    <dgm:cxn modelId="{19BD1854-2616-4BE3-87B3-5FBF77FE1C94}" type="presParOf" srcId="{29004731-F9AA-412F-975A-BC3638D16820}" destId="{083EC1F9-0EB0-4922-A171-145FCDB4A109}" srcOrd="2" destOrd="0" presId="urn:microsoft.com/office/officeart/2018/2/layout/IconCircleList"/>
    <dgm:cxn modelId="{6F84AB75-9F3B-4116-9B31-3BF4D98C93FD}" type="presParOf" srcId="{083EC1F9-0EB0-4922-A171-145FCDB4A109}" destId="{41981F06-30C0-4AE4-A443-934D5BFBD4C6}" srcOrd="0" destOrd="0" presId="urn:microsoft.com/office/officeart/2018/2/layout/IconCircleList"/>
    <dgm:cxn modelId="{4C8CAED4-B44F-4FA7-877D-3730F8F3BECC}" type="presParOf" srcId="{083EC1F9-0EB0-4922-A171-145FCDB4A109}" destId="{FE0457C6-BACC-4BC8-838D-D97C84F646D7}" srcOrd="1" destOrd="0" presId="urn:microsoft.com/office/officeart/2018/2/layout/IconCircleList"/>
    <dgm:cxn modelId="{6AFF1593-78CC-4EF0-8B24-827204D542E2}" type="presParOf" srcId="{083EC1F9-0EB0-4922-A171-145FCDB4A109}" destId="{D4583FFC-51F4-4E24-8BBA-37535E153446}" srcOrd="2" destOrd="0" presId="urn:microsoft.com/office/officeart/2018/2/layout/IconCircleList"/>
    <dgm:cxn modelId="{FBF7B895-A58A-44E3-A2D7-3F1BB1D8FEDC}" type="presParOf" srcId="{083EC1F9-0EB0-4922-A171-145FCDB4A109}" destId="{E3184FCE-85A2-4FD5-8A0B-DF407F332629}" srcOrd="3" destOrd="0" presId="urn:microsoft.com/office/officeart/2018/2/layout/IconCircleList"/>
    <dgm:cxn modelId="{5F3C7B2A-03CE-4214-AC4C-E257454DADE4}" type="presParOf" srcId="{29004731-F9AA-412F-975A-BC3638D16820}" destId="{31FC7E98-70FE-442C-918F-D02E25218238}" srcOrd="3" destOrd="0" presId="urn:microsoft.com/office/officeart/2018/2/layout/IconCircleList"/>
    <dgm:cxn modelId="{7C02618A-E670-4A9B-997C-12387F8E38E9}" type="presParOf" srcId="{29004731-F9AA-412F-975A-BC3638D16820}" destId="{295038A8-A704-4232-9D43-3E3F882DA49F}" srcOrd="4" destOrd="0" presId="urn:microsoft.com/office/officeart/2018/2/layout/IconCircleList"/>
    <dgm:cxn modelId="{204AB02A-2359-494D-8F79-C714BF633724}" type="presParOf" srcId="{295038A8-A704-4232-9D43-3E3F882DA49F}" destId="{E124DC76-2D67-4D4E-B9F5-8BA47B8643F7}" srcOrd="0" destOrd="0" presId="urn:microsoft.com/office/officeart/2018/2/layout/IconCircleList"/>
    <dgm:cxn modelId="{F5F33954-B4B6-4EBD-926E-2CC351F00B8D}" type="presParOf" srcId="{295038A8-A704-4232-9D43-3E3F882DA49F}" destId="{DC73BAAA-6967-4F8B-AB72-A3F167D6A8AE}" srcOrd="1" destOrd="0" presId="urn:microsoft.com/office/officeart/2018/2/layout/IconCircleList"/>
    <dgm:cxn modelId="{AAC27BF4-250B-4D79-B3D7-75B52FF4BC1D}" type="presParOf" srcId="{295038A8-A704-4232-9D43-3E3F882DA49F}" destId="{58FB79D9-4DEB-4DE4-85A8-E37B39C239AF}" srcOrd="2" destOrd="0" presId="urn:microsoft.com/office/officeart/2018/2/layout/IconCircleList"/>
    <dgm:cxn modelId="{C715DA93-DCEE-4CA2-8D1B-EF486C093D0A}" type="presParOf" srcId="{295038A8-A704-4232-9D43-3E3F882DA49F}" destId="{22244CA3-8EC4-4287-B3F8-8BB2FC379BF1}" srcOrd="3" destOrd="0" presId="urn:microsoft.com/office/officeart/2018/2/layout/IconCircleList"/>
    <dgm:cxn modelId="{46220A49-496C-4864-BD2F-18C0B23E5FCD}" type="presParOf" srcId="{29004731-F9AA-412F-975A-BC3638D16820}" destId="{423EB007-1464-4A72-93FE-65737D8006C1}" srcOrd="5" destOrd="0" presId="urn:microsoft.com/office/officeart/2018/2/layout/IconCircleList"/>
    <dgm:cxn modelId="{28DF03BD-A90C-4849-BCF1-185AB2541668}" type="presParOf" srcId="{29004731-F9AA-412F-975A-BC3638D16820}" destId="{B10A1256-19C7-4EC2-AA13-4FF118B8798C}" srcOrd="6" destOrd="0" presId="urn:microsoft.com/office/officeart/2018/2/layout/IconCircleList"/>
    <dgm:cxn modelId="{170E634F-C55A-49CD-BDA4-1CB85D26B88D}" type="presParOf" srcId="{B10A1256-19C7-4EC2-AA13-4FF118B8798C}" destId="{C609E10E-40F5-41BD-A023-E1FE5A1443A3}" srcOrd="0" destOrd="0" presId="urn:microsoft.com/office/officeart/2018/2/layout/IconCircleList"/>
    <dgm:cxn modelId="{2B490B91-1260-490B-9B81-4E90643F4B88}" type="presParOf" srcId="{B10A1256-19C7-4EC2-AA13-4FF118B8798C}" destId="{16FCEF16-A24D-4D93-9F97-44CEE7E9CB51}" srcOrd="1" destOrd="0" presId="urn:microsoft.com/office/officeart/2018/2/layout/IconCircleList"/>
    <dgm:cxn modelId="{508FA7C0-AB73-4E04-892F-7554E228F421}" type="presParOf" srcId="{B10A1256-19C7-4EC2-AA13-4FF118B8798C}" destId="{4DD407DD-C713-4C88-9CC2-494367351D28}" srcOrd="2" destOrd="0" presId="urn:microsoft.com/office/officeart/2018/2/layout/IconCircleList"/>
    <dgm:cxn modelId="{BF5107B9-BC1F-44F0-9E23-7211D4560609}" type="presParOf" srcId="{B10A1256-19C7-4EC2-AA13-4FF118B8798C}" destId="{D81E29F3-9EFA-4E99-89DA-D0F8971C1A0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E46645-E3AA-5142-8074-D4050E8DA0D2}">
      <dsp:nvSpPr>
        <dsp:cNvPr id="0" name=""/>
        <dsp:cNvSpPr/>
      </dsp:nvSpPr>
      <dsp:spPr>
        <a:xfrm>
          <a:off x="0" y="72679"/>
          <a:ext cx="4205288" cy="11372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Basaltic geology and dust-prone soil</a:t>
          </a:r>
        </a:p>
      </dsp:txBody>
      <dsp:txXfrm>
        <a:off x="55515" y="128194"/>
        <a:ext cx="4094258" cy="1026210"/>
      </dsp:txXfrm>
    </dsp:sp>
    <dsp:sp modelId="{F40AF593-2952-2648-87CF-28965048EED7}">
      <dsp:nvSpPr>
        <dsp:cNvPr id="0" name=""/>
        <dsp:cNvSpPr/>
      </dsp:nvSpPr>
      <dsp:spPr>
        <a:xfrm>
          <a:off x="0" y="1287679"/>
          <a:ext cx="4205288" cy="1137240"/>
        </a:xfrm>
        <a:prstGeom prst="roundRect">
          <a:avLst/>
        </a:prstGeom>
        <a:gradFill rotWithShape="0">
          <a:gsLst>
            <a:gs pos="0">
              <a:schemeClr val="accent2">
                <a:hueOff val="-3450630"/>
                <a:satOff val="15286"/>
                <a:lumOff val="-56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450630"/>
                <a:satOff val="15286"/>
                <a:lumOff val="-562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3450630"/>
                <a:satOff val="15286"/>
                <a:lumOff val="-562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Sparse vegetation and dry climate</a:t>
          </a:r>
        </a:p>
      </dsp:txBody>
      <dsp:txXfrm>
        <a:off x="55515" y="1343194"/>
        <a:ext cx="4094258" cy="1026210"/>
      </dsp:txXfrm>
    </dsp:sp>
    <dsp:sp modelId="{BA3B3897-6D66-9349-8831-56DF354ACE1C}">
      <dsp:nvSpPr>
        <dsp:cNvPr id="0" name=""/>
        <dsp:cNvSpPr/>
      </dsp:nvSpPr>
      <dsp:spPr>
        <a:xfrm>
          <a:off x="0" y="2502679"/>
          <a:ext cx="4205288" cy="1137240"/>
        </a:xfrm>
        <a:prstGeom prst="roundRect">
          <a:avLst/>
        </a:prstGeom>
        <a:gradFill rotWithShape="0">
          <a:gsLst>
            <a:gs pos="0">
              <a:schemeClr val="accent2">
                <a:hueOff val="-6901260"/>
                <a:satOff val="30573"/>
                <a:lumOff val="-1124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901260"/>
                <a:satOff val="30573"/>
                <a:lumOff val="-1124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901260"/>
                <a:satOff val="30573"/>
                <a:lumOff val="-1124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Harsh environment and operational isolation</a:t>
          </a:r>
        </a:p>
      </dsp:txBody>
      <dsp:txXfrm>
        <a:off x="55515" y="2558194"/>
        <a:ext cx="4094258" cy="1026210"/>
      </dsp:txXfrm>
    </dsp:sp>
    <dsp:sp modelId="{FF439FEE-EE06-9244-990E-53DBB268326E}">
      <dsp:nvSpPr>
        <dsp:cNvPr id="0" name=""/>
        <dsp:cNvSpPr/>
      </dsp:nvSpPr>
      <dsp:spPr>
        <a:xfrm>
          <a:off x="0" y="3717680"/>
          <a:ext cx="4205288" cy="1137240"/>
        </a:xfrm>
        <a:prstGeom prst="roundRect">
          <a:avLst/>
        </a:prstGeom>
        <a:gradFill rotWithShape="0">
          <a:gsLst>
            <a:gs pos="0">
              <a:schemeClr val="accent2">
                <a:hueOff val="-10351890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90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90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Terrain challenges for mobility and comms</a:t>
          </a:r>
        </a:p>
      </dsp:txBody>
      <dsp:txXfrm>
        <a:off x="55515" y="3773195"/>
        <a:ext cx="4094258" cy="10262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3D73D-56BB-4412-A4C8-F6905A21EE98}">
      <dsp:nvSpPr>
        <dsp:cNvPr id="0" name=""/>
        <dsp:cNvSpPr/>
      </dsp:nvSpPr>
      <dsp:spPr>
        <a:xfrm>
          <a:off x="333753" y="533991"/>
          <a:ext cx="1036880" cy="10368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1A143-BF1A-4EBB-BFE3-2107E3A5B345}">
      <dsp:nvSpPr>
        <dsp:cNvPr id="0" name=""/>
        <dsp:cNvSpPr/>
      </dsp:nvSpPr>
      <dsp:spPr>
        <a:xfrm>
          <a:off x="554728" y="754965"/>
          <a:ext cx="594931" cy="5949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2CA8E-328F-400D-ABDC-059AD8133035}">
      <dsp:nvSpPr>
        <dsp:cNvPr id="0" name=""/>
        <dsp:cNvSpPr/>
      </dsp:nvSpPr>
      <dsp:spPr>
        <a:xfrm>
          <a:off x="2291" y="1893834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Gypsum dune fields at White Sands</a:t>
          </a:r>
        </a:p>
      </dsp:txBody>
      <dsp:txXfrm>
        <a:off x="2291" y="1893834"/>
        <a:ext cx="1699804" cy="679921"/>
      </dsp:txXfrm>
    </dsp:sp>
    <dsp:sp modelId="{A0530084-9D6E-4423-B303-78F39DB8BCA0}">
      <dsp:nvSpPr>
        <dsp:cNvPr id="0" name=""/>
        <dsp:cNvSpPr/>
      </dsp:nvSpPr>
      <dsp:spPr>
        <a:xfrm>
          <a:off x="2331024" y="533991"/>
          <a:ext cx="1036880" cy="103688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F2A23D-734B-4B7C-85F2-436A6593D30B}">
      <dsp:nvSpPr>
        <dsp:cNvPr id="0" name=""/>
        <dsp:cNvSpPr/>
      </dsp:nvSpPr>
      <dsp:spPr>
        <a:xfrm>
          <a:off x="2551998" y="754965"/>
          <a:ext cx="594931" cy="5949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C4498-4D75-4207-B52D-FEEFEAB81C4F}">
      <dsp:nvSpPr>
        <dsp:cNvPr id="0" name=""/>
        <dsp:cNvSpPr/>
      </dsp:nvSpPr>
      <dsp:spPr>
        <a:xfrm>
          <a:off x="1999562" y="1893834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Basaltic lava flows (Carrizozo, El Malpais)</a:t>
          </a:r>
        </a:p>
      </dsp:txBody>
      <dsp:txXfrm>
        <a:off x="1999562" y="1893834"/>
        <a:ext cx="1699804" cy="679921"/>
      </dsp:txXfrm>
    </dsp:sp>
    <dsp:sp modelId="{6A35A341-283F-4B10-86FC-D6E807FA1E31}">
      <dsp:nvSpPr>
        <dsp:cNvPr id="0" name=""/>
        <dsp:cNvSpPr/>
      </dsp:nvSpPr>
      <dsp:spPr>
        <a:xfrm>
          <a:off x="4328294" y="533991"/>
          <a:ext cx="1036880" cy="10368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F7A09-2593-4A0C-A838-DF1ED643E931}">
      <dsp:nvSpPr>
        <dsp:cNvPr id="0" name=""/>
        <dsp:cNvSpPr/>
      </dsp:nvSpPr>
      <dsp:spPr>
        <a:xfrm>
          <a:off x="4549269" y="754965"/>
          <a:ext cx="594931" cy="5949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9A4DC-6377-4B68-AA86-ABC748AA6162}">
      <dsp:nvSpPr>
        <dsp:cNvPr id="0" name=""/>
        <dsp:cNvSpPr/>
      </dsp:nvSpPr>
      <dsp:spPr>
        <a:xfrm>
          <a:off x="3996832" y="1893834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Dry desert climate and Mars‑like visibility challenges</a:t>
          </a:r>
        </a:p>
      </dsp:txBody>
      <dsp:txXfrm>
        <a:off x="3996832" y="1893834"/>
        <a:ext cx="1699804" cy="679921"/>
      </dsp:txXfrm>
    </dsp:sp>
    <dsp:sp modelId="{5DFDC906-1705-45B5-B8A3-E9C614E89C25}">
      <dsp:nvSpPr>
        <dsp:cNvPr id="0" name=""/>
        <dsp:cNvSpPr/>
      </dsp:nvSpPr>
      <dsp:spPr>
        <a:xfrm>
          <a:off x="6325565" y="533991"/>
          <a:ext cx="1036880" cy="103688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73D96E-994D-4A00-82EA-23DE7676E5B6}">
      <dsp:nvSpPr>
        <dsp:cNvPr id="0" name=""/>
        <dsp:cNvSpPr/>
      </dsp:nvSpPr>
      <dsp:spPr>
        <a:xfrm>
          <a:off x="6546539" y="754965"/>
          <a:ext cx="594931" cy="5949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314658-3ACA-40A9-81A3-6BBCB3605990}">
      <dsp:nvSpPr>
        <dsp:cNvPr id="0" name=""/>
        <dsp:cNvSpPr/>
      </dsp:nvSpPr>
      <dsp:spPr>
        <a:xfrm>
          <a:off x="5994103" y="1893834"/>
          <a:ext cx="1699804" cy="679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Close access to facilities and logistics support</a:t>
          </a:r>
        </a:p>
      </dsp:txBody>
      <dsp:txXfrm>
        <a:off x="5994103" y="1893834"/>
        <a:ext cx="1699804" cy="6799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43BDF-5041-42A9-8C20-9F7227DD09DF}">
      <dsp:nvSpPr>
        <dsp:cNvPr id="0" name=""/>
        <dsp:cNvSpPr/>
      </dsp:nvSpPr>
      <dsp:spPr>
        <a:xfrm>
          <a:off x="100267" y="297381"/>
          <a:ext cx="992334" cy="9923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205DD-CA93-4782-ABE8-CE64E69A9A07}">
      <dsp:nvSpPr>
        <dsp:cNvPr id="0" name=""/>
        <dsp:cNvSpPr/>
      </dsp:nvSpPr>
      <dsp:spPr>
        <a:xfrm>
          <a:off x="308657" y="505771"/>
          <a:ext cx="575553" cy="5755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803AF-5788-4795-AAAE-38D2C11DD6D1}">
      <dsp:nvSpPr>
        <dsp:cNvPr id="0" name=""/>
        <dsp:cNvSpPr/>
      </dsp:nvSpPr>
      <dsp:spPr>
        <a:xfrm>
          <a:off x="1305244" y="297381"/>
          <a:ext cx="2339072" cy="992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Controlled land and restricted airspace</a:t>
          </a:r>
        </a:p>
      </dsp:txBody>
      <dsp:txXfrm>
        <a:off x="1305244" y="297381"/>
        <a:ext cx="2339072" cy="992334"/>
      </dsp:txXfrm>
    </dsp:sp>
    <dsp:sp modelId="{41981F06-30C0-4AE4-A443-934D5BFBD4C6}">
      <dsp:nvSpPr>
        <dsp:cNvPr id="0" name=""/>
        <dsp:cNvSpPr/>
      </dsp:nvSpPr>
      <dsp:spPr>
        <a:xfrm>
          <a:off x="4051882" y="297381"/>
          <a:ext cx="992334" cy="99233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457C6-BACC-4BC8-838D-D97C84F646D7}">
      <dsp:nvSpPr>
        <dsp:cNvPr id="0" name=""/>
        <dsp:cNvSpPr/>
      </dsp:nvSpPr>
      <dsp:spPr>
        <a:xfrm>
          <a:off x="4260273" y="505771"/>
          <a:ext cx="575553" cy="5755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84FCE-85A2-4FD5-8A0B-DF407F332629}">
      <dsp:nvSpPr>
        <dsp:cNvPr id="0" name=""/>
        <dsp:cNvSpPr/>
      </dsp:nvSpPr>
      <dsp:spPr>
        <a:xfrm>
          <a:off x="5256859" y="297381"/>
          <a:ext cx="2339072" cy="992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Support for RF testing and GPS-denied scenarios</a:t>
          </a:r>
        </a:p>
      </dsp:txBody>
      <dsp:txXfrm>
        <a:off x="5256859" y="297381"/>
        <a:ext cx="2339072" cy="992334"/>
      </dsp:txXfrm>
    </dsp:sp>
    <dsp:sp modelId="{E124DC76-2D67-4D4E-B9F5-8BA47B8643F7}">
      <dsp:nvSpPr>
        <dsp:cNvPr id="0" name=""/>
        <dsp:cNvSpPr/>
      </dsp:nvSpPr>
      <dsp:spPr>
        <a:xfrm>
          <a:off x="100267" y="1818032"/>
          <a:ext cx="992334" cy="99233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73BAAA-6967-4F8B-AB72-A3F167D6A8AE}">
      <dsp:nvSpPr>
        <dsp:cNvPr id="0" name=""/>
        <dsp:cNvSpPr/>
      </dsp:nvSpPr>
      <dsp:spPr>
        <a:xfrm>
          <a:off x="308657" y="2026422"/>
          <a:ext cx="575553" cy="5755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44CA3-8EC4-4287-B3F8-8BB2FC379BF1}">
      <dsp:nvSpPr>
        <dsp:cNvPr id="0" name=""/>
        <dsp:cNvSpPr/>
      </dsp:nvSpPr>
      <dsp:spPr>
        <a:xfrm>
          <a:off x="1305244" y="1818032"/>
          <a:ext cx="2339072" cy="992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BLM permitting for nearby areas</a:t>
          </a:r>
        </a:p>
      </dsp:txBody>
      <dsp:txXfrm>
        <a:off x="1305244" y="1818032"/>
        <a:ext cx="2339072" cy="992334"/>
      </dsp:txXfrm>
    </dsp:sp>
    <dsp:sp modelId="{C609E10E-40F5-41BD-A023-E1FE5A1443A3}">
      <dsp:nvSpPr>
        <dsp:cNvPr id="0" name=""/>
        <dsp:cNvSpPr/>
      </dsp:nvSpPr>
      <dsp:spPr>
        <a:xfrm>
          <a:off x="4051882" y="1818032"/>
          <a:ext cx="992334" cy="99233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CEF16-A24D-4D93-9F97-44CEE7E9CB51}">
      <dsp:nvSpPr>
        <dsp:cNvPr id="0" name=""/>
        <dsp:cNvSpPr/>
      </dsp:nvSpPr>
      <dsp:spPr>
        <a:xfrm>
          <a:off x="4260273" y="2026422"/>
          <a:ext cx="575553" cy="5755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E29F3-9EFA-4E99-89DA-D0F8971C1A0A}">
      <dsp:nvSpPr>
        <dsp:cNvPr id="0" name=""/>
        <dsp:cNvSpPr/>
      </dsp:nvSpPr>
      <dsp:spPr>
        <a:xfrm>
          <a:off x="5256859" y="1818032"/>
          <a:ext cx="2339072" cy="992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Weather: dust, heat, winds, cold nights</a:t>
          </a:r>
        </a:p>
      </dsp:txBody>
      <dsp:txXfrm>
        <a:off x="5256859" y="1818032"/>
        <a:ext cx="2339072" cy="992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08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29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8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9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55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4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1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1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9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0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87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arth.gsfc.nasa.gov/acd/campaigns/hi-seas" TargetMode="External"/><Relationship Id="rId7" Type="http://schemas.openxmlformats.org/officeDocument/2006/relationships/hyperlink" Target="https://www.marsinstitute.no/hmp" TargetMode="External"/><Relationship Id="rId2" Type="http://schemas.openxmlformats.org/officeDocument/2006/relationships/hyperlink" Target="https://mars-desert-research-station.raiselysite.com/MDR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10750311/" TargetMode="External"/><Relationship Id="rId5" Type="http://schemas.openxmlformats.org/officeDocument/2006/relationships/hyperlink" Target="https://www.blm.gov/programs/recreation/permits-and-passes/special-recreation-permits" TargetMode="External"/><Relationship Id="rId4" Type="http://schemas.openxmlformats.org/officeDocument/2006/relationships/hyperlink" Target="https://home.army.mil/wsm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ng row of satellite dishes in the sunset">
            <a:extLst>
              <a:ext uri="{FF2B5EF4-FFF2-40B4-BE49-F238E27FC236}">
                <a16:creationId xmlns:a16="http://schemas.microsoft.com/office/drawing/2014/main" id="{B045FB72-9246-9DC4-817F-EF0E37225A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40" b="15454"/>
          <a:stretch>
            <a:fillRect/>
          </a:stretch>
        </p:blipFill>
        <p:spPr>
          <a:xfrm>
            <a:off x="20" y="10"/>
            <a:ext cx="9143980" cy="4571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3753529"/>
            <a:ext cx="6743700" cy="1645759"/>
          </a:xfrm>
        </p:spPr>
        <p:txBody>
          <a:bodyPr>
            <a:normAutofit/>
          </a:bodyPr>
          <a:lstStyle/>
          <a:p>
            <a:r>
              <a:rPr lang="en-US" sz="3000" dirty="0"/>
              <a:t>Mars Analog Environments &amp; New Mexico Test Site Selection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5" y="5704731"/>
            <a:ext cx="5101209" cy="513189"/>
          </a:xfrm>
        </p:spPr>
        <p:txBody>
          <a:bodyPr>
            <a:noAutofit/>
          </a:bodyPr>
          <a:lstStyle/>
          <a:p>
            <a:r>
              <a:rPr sz="2000" dirty="0"/>
              <a:t>HERMES Research Summary</a:t>
            </a:r>
            <a:endParaRPr lang="en-US" sz="2000" dirty="0"/>
          </a:p>
          <a:p>
            <a:r>
              <a:rPr lang="en-US" sz="2000" dirty="0"/>
              <a:t>By: Jathan Barreto</a:t>
            </a: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man meditating on a sofa">
            <a:extLst>
              <a:ext uri="{FF2B5EF4-FFF2-40B4-BE49-F238E27FC236}">
                <a16:creationId xmlns:a16="http://schemas.microsoft.com/office/drawing/2014/main" id="{5D3A352C-E52B-F0B5-0F42-8424C6237C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28" r="33372" b="-1"/>
          <a:stretch>
            <a:fillRect/>
          </a:stretch>
        </p:blipFill>
        <p:spPr>
          <a:xfrm>
            <a:off x="481" y="10"/>
            <a:ext cx="457200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841505"/>
            <a:ext cx="3365473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bg1"/>
                </a:solidFill>
              </a:rPr>
              <a:t>Established Mars Analog 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7955" y="976129"/>
            <a:ext cx="3603699" cy="49198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Devon Island – polar desert, impact crater operations</a:t>
            </a:r>
          </a:p>
          <a:p>
            <a:pPr marL="0" indent="0">
              <a:buNone/>
            </a:pPr>
            <a:r>
              <a:rPr dirty="0"/>
              <a:t>• MDRS (Utah) – EVA and habitat simulations</a:t>
            </a:r>
          </a:p>
          <a:p>
            <a:pPr marL="0" indent="0">
              <a:buNone/>
            </a:pPr>
            <a:r>
              <a:rPr dirty="0"/>
              <a:t>• HI-SEAS (Hawaii) – basaltic volcanic terrain</a:t>
            </a:r>
          </a:p>
          <a:p>
            <a:pPr marL="0" indent="0">
              <a:buNone/>
            </a:pPr>
            <a:r>
              <a:rPr dirty="0"/>
              <a:t>• Atacama Desert (Chile) – hyper-arid testing</a:t>
            </a:r>
          </a:p>
          <a:p>
            <a:pPr marL="0" indent="0">
              <a:buNone/>
            </a:pPr>
            <a:r>
              <a:rPr dirty="0"/>
              <a:t>• Iceland – volcanic flows and glacial interactions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2681103"/>
            <a:ext cx="2522980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 sz="2200">
                <a:solidFill>
                  <a:schemeClr val="bg1"/>
                </a:solidFill>
              </a:rPr>
              <a:t>What Makes Terrain “Mars-like”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513EBA-6662-A372-3EC7-5BEDBC3678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18206"/>
              </p:ext>
            </p:extLst>
          </p:nvPr>
        </p:nvGraphicFramePr>
        <p:xfrm>
          <a:off x="4214812" y="965200"/>
          <a:ext cx="4205288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rPr lang="en-US"/>
              <a:t>Why New Mexico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425436-433C-6539-9BCE-49714EDC7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98965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WSMR &amp; Operational Considerations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FC1090-8318-4FC5-3730-4647AC93BD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95884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shade val="100000"/>
                <a:satMod val="185000"/>
                <a:lumMod val="120000"/>
              </a:schemeClr>
            </a:gs>
            <a:gs pos="100000">
              <a:schemeClr val="bg1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man meditating on a sofa">
            <a:extLst>
              <a:ext uri="{FF2B5EF4-FFF2-40B4-BE49-F238E27FC236}">
                <a16:creationId xmlns:a16="http://schemas.microsoft.com/office/drawing/2014/main" id="{C4297A38-BDA3-F028-F8A0-5E3DF365EC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E46AEA-B9F0-F953-F32B-0AC6A705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  <a:solidFill>
            <a:schemeClr val="bg1">
              <a:alpha val="30000"/>
            </a:schemeClr>
          </a:solidFill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Key Takeaways for HERMES Testing</a:t>
            </a:r>
            <a:br>
              <a:rPr lang="en-US" sz="2000">
                <a:solidFill>
                  <a:schemeClr val="tx1"/>
                </a:solidFill>
              </a:rPr>
            </a:b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C5BFF-E10B-BBA6-5ADE-ADF1ED0BC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352" y="2638044"/>
            <a:ext cx="5797296" cy="3638578"/>
          </a:xfrm>
        </p:spPr>
        <p:txBody>
          <a:bodyPr>
            <a:normAutofit/>
          </a:bodyPr>
          <a:lstStyle/>
          <a:p>
            <a:r>
              <a:rPr lang="en-US" dirty="0"/>
              <a:t>Real-world environments help validate mission operations</a:t>
            </a:r>
          </a:p>
          <a:p>
            <a:r>
              <a:rPr lang="en-US" dirty="0"/>
              <a:t>New Mexico provides diverse Mars-like terrain in accessible locations</a:t>
            </a:r>
          </a:p>
          <a:p>
            <a:r>
              <a:rPr lang="en-US" dirty="0"/>
              <a:t>White Sands Missile Range allows controlled RF and GPS-denied testing</a:t>
            </a:r>
          </a:p>
          <a:p>
            <a:r>
              <a:rPr lang="en-US" dirty="0"/>
              <a:t>BLM rules guide responsible land use outside WSMR</a:t>
            </a:r>
          </a:p>
          <a:p>
            <a:r>
              <a:rPr lang="en-US" dirty="0"/>
              <a:t>Lessons from MDRS, HI-SEAS, and Atacama missions inform our approach</a:t>
            </a:r>
          </a:p>
          <a:p>
            <a:r>
              <a:rPr lang="en-US" dirty="0"/>
              <a:t>Field testing reduces risk before future Mars deployment</a:t>
            </a:r>
          </a:p>
        </p:txBody>
      </p:sp>
    </p:spTree>
    <p:extLst>
      <p:ext uri="{BB962C8B-B14F-4D97-AF65-F5344CB8AC3E}">
        <p14:creationId xmlns:p14="http://schemas.microsoft.com/office/powerpoint/2010/main" val="4144587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051E-A3EB-24D5-0E98-197146EE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FAB71-AEEE-82A8-896D-C7997DB6F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Mars Society. (n.d.). Mars Desert Research Station (MDRS). </a:t>
            </a:r>
            <a:r>
              <a:rPr lang="en-US" u="sng" dirty="0">
                <a:hlinkClick r:id="rId2"/>
              </a:rPr>
              <a:t>https://mars-desert-research-station.raiselysite.com/MDRS</a:t>
            </a:r>
            <a:endParaRPr lang="en-US" u="sng" dirty="0"/>
          </a:p>
          <a:p>
            <a:r>
              <a:rPr lang="en-US" dirty="0"/>
              <a:t>NASA. (n.d.). HI-SEAS Analog Missions. </a:t>
            </a:r>
            <a:r>
              <a:rPr lang="en-US" u="sng" dirty="0">
                <a:hlinkClick r:id="rId3"/>
              </a:rPr>
              <a:t>https://earth.gsfc.nasa.gov/acd/campaigns/hi-seas</a:t>
            </a:r>
            <a:endParaRPr lang="en-US" u="sng" dirty="0"/>
          </a:p>
          <a:p>
            <a:r>
              <a:rPr lang="en-US" dirty="0"/>
              <a:t>White Sands Missile Range. (n.d.). Official public information. </a:t>
            </a:r>
            <a:r>
              <a:rPr lang="en-US" u="sng" dirty="0">
                <a:hlinkClick r:id="rId4"/>
              </a:rPr>
              <a:t>https://home.army.mil/wsmr/</a:t>
            </a:r>
            <a:endParaRPr lang="en-US" dirty="0"/>
          </a:p>
          <a:p>
            <a:r>
              <a:rPr lang="en-US" dirty="0"/>
              <a:t>Bureau of Land Management. (n.d.). Special Recreation Permits. </a:t>
            </a:r>
            <a:r>
              <a:rPr lang="en-US" u="sng" dirty="0">
                <a:hlinkClick r:id="rId5"/>
              </a:rPr>
              <a:t>https://www.blm.gov/programs/recreation/permits-and-passes/special-recreation-permits</a:t>
            </a:r>
            <a:endParaRPr lang="en-US" u="sng" dirty="0"/>
          </a:p>
          <a:p>
            <a:r>
              <a:rPr lang="en-US" dirty="0"/>
              <a:t>NASA. (n.d.). Atacama Desert research campaigns and analog mission documentation. </a:t>
            </a:r>
            <a:r>
              <a:rPr lang="en-US" u="sng" dirty="0">
                <a:hlinkClick r:id="rId6"/>
              </a:rPr>
              <a:t>https://pmc.ncbi.nlm.nih.gov/articles/PMC10750311/</a:t>
            </a:r>
            <a:r>
              <a:rPr lang="en-US" dirty="0"/>
              <a:t> </a:t>
            </a:r>
          </a:p>
          <a:p>
            <a:r>
              <a:rPr lang="en-US" dirty="0"/>
              <a:t>Haughton-Mars Project and FMARS information. (The Mars Institute). </a:t>
            </a:r>
            <a:r>
              <a:rPr lang="en-US" u="sng" dirty="0">
                <a:hlinkClick r:id="rId7"/>
              </a:rPr>
              <a:t>https://www.marsinstitute.no/hmp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408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51C8CC54CABF469BD7DEFD0DCA6E05" ma:contentTypeVersion="3" ma:contentTypeDescription="Create a new document." ma:contentTypeScope="" ma:versionID="0c6cbfa6023ed3b492ee29669c0e4e54">
  <xsd:schema xmlns:xsd="http://www.w3.org/2001/XMLSchema" xmlns:xs="http://www.w3.org/2001/XMLSchema" xmlns:p="http://schemas.microsoft.com/office/2006/metadata/properties" xmlns:ns2="c6fd1fd1-c55d-486c-91d4-4b3db1ef3c19" targetNamespace="http://schemas.microsoft.com/office/2006/metadata/properties" ma:root="true" ma:fieldsID="9f4ee6f4bbd08bb4339e091913e7908f" ns2:_="">
    <xsd:import namespace="c6fd1fd1-c55d-486c-91d4-4b3db1ef3c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fd1fd1-c55d-486c-91d4-4b3db1ef3c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499D0D-E375-402D-8E3A-74057966EB88}"/>
</file>

<file path=customXml/itemProps2.xml><?xml version="1.0" encoding="utf-8"?>
<ds:datastoreItem xmlns:ds="http://schemas.openxmlformats.org/officeDocument/2006/customXml" ds:itemID="{997ABDA8-9A69-46DE-A2AD-FA5F7EFFAE5F}"/>
</file>

<file path=customXml/itemProps3.xml><?xml version="1.0" encoding="utf-8"?>
<ds:datastoreItem xmlns:ds="http://schemas.openxmlformats.org/officeDocument/2006/customXml" ds:itemID="{B5AF75BC-1A40-4C6D-AF7E-81B0CE927B42}"/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18</TotalTime>
  <Words>385</Words>
  <Application>Microsoft Macintosh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Parcel</vt:lpstr>
      <vt:lpstr>Mars Analog Environments &amp; New Mexico Test Site Selection</vt:lpstr>
      <vt:lpstr>Established Mars Analog Sites</vt:lpstr>
      <vt:lpstr>What Makes Terrain “Mars-like”</vt:lpstr>
      <vt:lpstr>Why New Mexico</vt:lpstr>
      <vt:lpstr>WSMR &amp; Operational Considerations</vt:lpstr>
      <vt:lpstr>Key Takeaways for HERMES Testing 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Jathan Barreto</cp:lastModifiedBy>
  <cp:revision>2</cp:revision>
  <dcterms:created xsi:type="dcterms:W3CDTF">2013-01-27T09:14:16Z</dcterms:created>
  <dcterms:modified xsi:type="dcterms:W3CDTF">2025-10-31T01:21:05Z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0x0101003551C8CC54CABF469BD7DEFD0DCA6E05</vt:lpwstr>
  </property>
</Properties>
</file>