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15385B-3FFD-D3C4-436A-D390BF8B8317}" v="6888" dt="2025-10-30T23:17:53.439"/>
    <p1510:client id="{B0ADC592-AB7D-D1D2-5375-D257478F63EC}" v="428" dt="2025-10-30T02:55:49.982"/>
    <p1510:client id="{EFF6B8C6-5BF0-C0A0-C23D-8C2C675CF13D}" v="73" dt="2025-10-30T03:01:51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qir Haden" userId="S::rhaden@nmsu.edu::3ddcd1dd-667d-41b0-99fa-feafd76c681f" providerId="AD" clId="Web-{B0ADC592-AB7D-D1D2-5375-D257478F63EC}"/>
    <pc:docChg chg="addSld delSld modSld addMainMaster delMainMaster">
      <pc:chgData name="Ryqir Haden" userId="S::rhaden@nmsu.edu::3ddcd1dd-667d-41b0-99fa-feafd76c681f" providerId="AD" clId="Web-{B0ADC592-AB7D-D1D2-5375-D257478F63EC}" dt="2025-10-30T02:55:49.982" v="252" actId="20577"/>
      <pc:docMkLst>
        <pc:docMk/>
      </pc:docMkLst>
      <pc:sldChg chg="addSp modSp del mod setBg modClrScheme chgLayout">
        <pc:chgData name="Ryqir Haden" userId="S::rhaden@nmsu.edu::3ddcd1dd-667d-41b0-99fa-feafd76c681f" providerId="AD" clId="Web-{B0ADC592-AB7D-D1D2-5375-D257478F63EC}" dt="2025-10-30T02:32:03.401" v="1"/>
        <pc:sldMkLst>
          <pc:docMk/>
          <pc:sldMk cId="109857222" sldId="256"/>
        </pc:sldMkLst>
        <pc:spChg chg="mod">
          <ac:chgData name="Ryqir Haden" userId="S::rhaden@nmsu.edu::3ddcd1dd-667d-41b0-99fa-feafd76c681f" providerId="AD" clId="Web-{B0ADC592-AB7D-D1D2-5375-D257478F63EC}" dt="2025-10-30T02:31:59.135" v="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Ryqir Haden" userId="S::rhaden@nmsu.edu::3ddcd1dd-667d-41b0-99fa-feafd76c681f" providerId="AD" clId="Web-{B0ADC592-AB7D-D1D2-5375-D257478F63EC}" dt="2025-10-30T02:31:59.135" v="0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Ryqir Haden" userId="S::rhaden@nmsu.edu::3ddcd1dd-667d-41b0-99fa-feafd76c681f" providerId="AD" clId="Web-{B0ADC592-AB7D-D1D2-5375-D257478F63EC}" dt="2025-10-30T02:31:59.135" v="0"/>
          <ac:spMkLst>
            <pc:docMk/>
            <pc:sldMk cId="109857222" sldId="256"/>
            <ac:spMk id="8" creationId="{DEF92653-5D6D-47E6-8744-0DAF76E049C4}"/>
          </ac:spMkLst>
        </pc:spChg>
        <pc:cxnChg chg="add">
          <ac:chgData name="Ryqir Haden" userId="S::rhaden@nmsu.edu::3ddcd1dd-667d-41b0-99fa-feafd76c681f" providerId="AD" clId="Web-{B0ADC592-AB7D-D1D2-5375-D257478F63EC}" dt="2025-10-30T02:31:59.135" v="0"/>
          <ac:cxnSpMkLst>
            <pc:docMk/>
            <pc:sldMk cId="109857222" sldId="256"/>
            <ac:cxnSpMk id="10" creationId="{9CA98CE3-81A7-4FFE-A047-9AA65998D877}"/>
          </ac:cxnSpMkLst>
        </pc:cxnChg>
      </pc:sldChg>
      <pc:sldChg chg="addSp delSp modSp new mod setBg">
        <pc:chgData name="Ryqir Haden" userId="S::rhaden@nmsu.edu::3ddcd1dd-667d-41b0-99fa-feafd76c681f" providerId="AD" clId="Web-{B0ADC592-AB7D-D1D2-5375-D257478F63EC}" dt="2025-10-30T02:55:49.982" v="252" actId="20577"/>
        <pc:sldMkLst>
          <pc:docMk/>
          <pc:sldMk cId="3560420674" sldId="256"/>
        </pc:sldMkLst>
        <pc:spChg chg="del">
          <ac:chgData name="Ryqir Haden" userId="S::rhaden@nmsu.edu::3ddcd1dd-667d-41b0-99fa-feafd76c681f" providerId="AD" clId="Web-{B0ADC592-AB7D-D1D2-5375-D257478F63EC}" dt="2025-10-30T02:32:18.432" v="3"/>
          <ac:spMkLst>
            <pc:docMk/>
            <pc:sldMk cId="3560420674" sldId="256"/>
            <ac:spMk id="2" creationId="{B39CABCD-1947-2233-BE75-D0C400A24951}"/>
          </ac:spMkLst>
        </pc:spChg>
        <pc:spChg chg="mod">
          <ac:chgData name="Ryqir Haden" userId="S::rhaden@nmsu.edu::3ddcd1dd-667d-41b0-99fa-feafd76c681f" providerId="AD" clId="Web-{B0ADC592-AB7D-D1D2-5375-D257478F63EC}" dt="2025-10-30T02:33:34.573" v="14" actId="1076"/>
          <ac:spMkLst>
            <pc:docMk/>
            <pc:sldMk cId="3560420674" sldId="256"/>
            <ac:spMk id="3" creationId="{66AB76D5-DD4B-778E-C514-B7D1FD72A7EB}"/>
          </ac:spMkLst>
        </pc:spChg>
        <pc:spChg chg="add del">
          <ac:chgData name="Ryqir Haden" userId="S::rhaden@nmsu.edu::3ddcd1dd-667d-41b0-99fa-feafd76c681f" providerId="AD" clId="Web-{B0ADC592-AB7D-D1D2-5375-D257478F63EC}" dt="2025-10-30T02:35:51.574" v="26"/>
          <ac:spMkLst>
            <pc:docMk/>
            <pc:sldMk cId="3560420674" sldId="256"/>
            <ac:spMk id="5" creationId="{C9560EF5-99E6-31EE-67F6-2DF320BA0DAC}"/>
          </ac:spMkLst>
        </pc:spChg>
        <pc:spChg chg="add mod">
          <ac:chgData name="Ryqir Haden" userId="S::rhaden@nmsu.edu::3ddcd1dd-667d-41b0-99fa-feafd76c681f" providerId="AD" clId="Web-{B0ADC592-AB7D-D1D2-5375-D257478F63EC}" dt="2025-10-30T02:55:18.669" v="227" actId="20577"/>
          <ac:spMkLst>
            <pc:docMk/>
            <pc:sldMk cId="3560420674" sldId="256"/>
            <ac:spMk id="6" creationId="{A0549A5A-6495-9E43-7F60-7F790E41CFB8}"/>
          </ac:spMkLst>
        </pc:spChg>
        <pc:spChg chg="add mod">
          <ac:chgData name="Ryqir Haden" userId="S::rhaden@nmsu.edu::3ddcd1dd-667d-41b0-99fa-feafd76c681f" providerId="AD" clId="Web-{B0ADC592-AB7D-D1D2-5375-D257478F63EC}" dt="2025-10-30T02:55:18.466" v="226" actId="20577"/>
          <ac:spMkLst>
            <pc:docMk/>
            <pc:sldMk cId="3560420674" sldId="256"/>
            <ac:spMk id="7" creationId="{2495D6FB-9DCB-848C-D0B2-771351C7C5E0}"/>
          </ac:spMkLst>
        </pc:spChg>
        <pc:spChg chg="add del">
          <ac:chgData name="Ryqir Haden" userId="S::rhaden@nmsu.edu::3ddcd1dd-667d-41b0-99fa-feafd76c681f" providerId="AD" clId="Web-{B0ADC592-AB7D-D1D2-5375-D257478F63EC}" dt="2025-10-30T02:40:01.793" v="131"/>
          <ac:spMkLst>
            <pc:docMk/>
            <pc:sldMk cId="3560420674" sldId="256"/>
            <ac:spMk id="8" creationId="{20A9D20A-F02C-C9FA-CBA8-605E3F19A9C5}"/>
          </ac:spMkLst>
        </pc:spChg>
        <pc:spChg chg="add del">
          <ac:chgData name="Ryqir Haden" userId="S::rhaden@nmsu.edu::3ddcd1dd-667d-41b0-99fa-feafd76c681f" providerId="AD" clId="Web-{B0ADC592-AB7D-D1D2-5375-D257478F63EC}" dt="2025-10-30T02:40:01.793" v="130"/>
          <ac:spMkLst>
            <pc:docMk/>
            <pc:sldMk cId="3560420674" sldId="256"/>
            <ac:spMk id="9" creationId="{5E2D8C54-8D96-0ADE-73A3-8A3D63CF7F34}"/>
          </ac:spMkLst>
        </pc:spChg>
        <pc:spChg chg="add mod">
          <ac:chgData name="Ryqir Haden" userId="S::rhaden@nmsu.edu::3ddcd1dd-667d-41b0-99fa-feafd76c681f" providerId="AD" clId="Web-{B0ADC592-AB7D-D1D2-5375-D257478F63EC}" dt="2025-10-30T02:55:33.185" v="232" actId="1076"/>
          <ac:spMkLst>
            <pc:docMk/>
            <pc:sldMk cId="3560420674" sldId="256"/>
            <ac:spMk id="10" creationId="{8140486A-9678-536A-3A37-5DA511C49444}"/>
          </ac:spMkLst>
        </pc:spChg>
        <pc:spChg chg="add mod">
          <ac:chgData name="Ryqir Haden" userId="S::rhaden@nmsu.edu::3ddcd1dd-667d-41b0-99fa-feafd76c681f" providerId="AD" clId="Web-{B0ADC592-AB7D-D1D2-5375-D257478F63EC}" dt="2025-10-30T02:55:49.982" v="252" actId="20577"/>
          <ac:spMkLst>
            <pc:docMk/>
            <pc:sldMk cId="3560420674" sldId="256"/>
            <ac:spMk id="11" creationId="{714F3160-0787-B849-2619-1FF192661AE2}"/>
          </ac:spMkLst>
        </pc:spChg>
        <pc:picChg chg="add del mod">
          <ac:chgData name="Ryqir Haden" userId="S::rhaden@nmsu.edu::3ddcd1dd-667d-41b0-99fa-feafd76c681f" providerId="AD" clId="Web-{B0ADC592-AB7D-D1D2-5375-D257478F63EC}" dt="2025-10-30T02:55:20.966" v="231"/>
          <ac:picMkLst>
            <pc:docMk/>
            <pc:sldMk cId="3560420674" sldId="256"/>
            <ac:picMk id="12" creationId="{4CF13E7D-7192-99DC-53EA-B837BFB56168}"/>
          </ac:picMkLst>
        </pc:picChg>
        <pc:cxnChg chg="add del mod">
          <ac:chgData name="Ryqir Haden" userId="S::rhaden@nmsu.edu::3ddcd1dd-667d-41b0-99fa-feafd76c681f" providerId="AD" clId="Web-{B0ADC592-AB7D-D1D2-5375-D257478F63EC}" dt="2025-10-30T02:35:54.120" v="27"/>
          <ac:cxnSpMkLst>
            <pc:docMk/>
            <pc:sldMk cId="3560420674" sldId="256"/>
            <ac:cxnSpMk id="4" creationId="{63468923-D937-3240-9195-F9A798860AF5}"/>
          </ac:cxnSpMkLst>
        </pc:cxnChg>
      </pc:sldChg>
      <pc:sldMasterChg chg="del delSldLayout">
        <pc:chgData name="Ryqir Haden" userId="S::rhaden@nmsu.edu::3ddcd1dd-667d-41b0-99fa-feafd76c681f" providerId="AD" clId="Web-{B0ADC592-AB7D-D1D2-5375-D257478F63EC}" dt="2025-10-30T02:31:59.135" v="0"/>
        <pc:sldMasterMkLst>
          <pc:docMk/>
          <pc:sldMasterMk cId="2460954070" sldId="2147483660"/>
        </pc:sldMasterMkLst>
        <pc:sldLayoutChg chg="del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Ryqir Haden" userId="S::rhaden@nmsu.edu::3ddcd1dd-667d-41b0-99fa-feafd76c681f" providerId="AD" clId="Web-{B0ADC592-AB7D-D1D2-5375-D257478F63EC}" dt="2025-10-30T02:31:59.135" v="0"/>
        <pc:sldMasterMkLst>
          <pc:docMk/>
          <pc:sldMasterMk cId="1714469985" sldId="2147483721"/>
        </pc:sldMasterMkLst>
        <pc:sldLayoutChg chg="add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1714469985" sldId="2147483721"/>
            <pc:sldLayoutMk cId="3984975515" sldId="2147483710"/>
          </pc:sldLayoutMkLst>
        </pc:sldLayoutChg>
        <pc:sldLayoutChg chg="add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1714469985" sldId="2147483721"/>
            <pc:sldLayoutMk cId="1708913418" sldId="2147483711"/>
          </pc:sldLayoutMkLst>
        </pc:sldLayoutChg>
        <pc:sldLayoutChg chg="add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1714469985" sldId="2147483721"/>
            <pc:sldLayoutMk cId="3610452951" sldId="2147483712"/>
          </pc:sldLayoutMkLst>
        </pc:sldLayoutChg>
        <pc:sldLayoutChg chg="add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1714469985" sldId="2147483721"/>
            <pc:sldLayoutMk cId="2596512559" sldId="2147483713"/>
          </pc:sldLayoutMkLst>
        </pc:sldLayoutChg>
        <pc:sldLayoutChg chg="add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1714469985" sldId="2147483721"/>
            <pc:sldLayoutMk cId="4117473024" sldId="2147483714"/>
          </pc:sldLayoutMkLst>
        </pc:sldLayoutChg>
        <pc:sldLayoutChg chg="add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1714469985" sldId="2147483721"/>
            <pc:sldLayoutMk cId="1751372367" sldId="2147483715"/>
          </pc:sldLayoutMkLst>
        </pc:sldLayoutChg>
        <pc:sldLayoutChg chg="add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1714469985" sldId="2147483721"/>
            <pc:sldLayoutMk cId="914457935" sldId="2147483716"/>
          </pc:sldLayoutMkLst>
        </pc:sldLayoutChg>
        <pc:sldLayoutChg chg="add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1714469985" sldId="2147483721"/>
            <pc:sldLayoutMk cId="1848968662" sldId="2147483717"/>
          </pc:sldLayoutMkLst>
        </pc:sldLayoutChg>
        <pc:sldLayoutChg chg="add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1714469985" sldId="2147483721"/>
            <pc:sldLayoutMk cId="438609478" sldId="2147483718"/>
          </pc:sldLayoutMkLst>
        </pc:sldLayoutChg>
        <pc:sldLayoutChg chg="add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1714469985" sldId="2147483721"/>
            <pc:sldLayoutMk cId="680038613" sldId="2147483719"/>
          </pc:sldLayoutMkLst>
        </pc:sldLayoutChg>
        <pc:sldLayoutChg chg="add">
          <pc:chgData name="Ryqir Haden" userId="S::rhaden@nmsu.edu::3ddcd1dd-667d-41b0-99fa-feafd76c681f" providerId="AD" clId="Web-{B0ADC592-AB7D-D1D2-5375-D257478F63EC}" dt="2025-10-30T02:31:59.135" v="0"/>
          <pc:sldLayoutMkLst>
            <pc:docMk/>
            <pc:sldMasterMk cId="1714469985" sldId="2147483721"/>
            <pc:sldLayoutMk cId="1713966660" sldId="2147483720"/>
          </pc:sldLayoutMkLst>
        </pc:sldLayoutChg>
      </pc:sldMasterChg>
    </pc:docChg>
  </pc:docChgLst>
  <pc:docChgLst>
    <pc:chgData name="Ryqir Haden" userId="S::rhaden@nmsu.edu::3ddcd1dd-667d-41b0-99fa-feafd76c681f" providerId="AD" clId="Web-{9E15385B-3FFD-D3C4-436A-D390BF8B8317}"/>
    <pc:docChg chg="mod addSld delSld modSld addMainMaster delMainMaster">
      <pc:chgData name="Ryqir Haden" userId="S::rhaden@nmsu.edu::3ddcd1dd-667d-41b0-99fa-feafd76c681f" providerId="AD" clId="Web-{9E15385B-3FFD-D3C4-436A-D390BF8B8317}" dt="2025-10-30T23:17:53.048" v="4027" actId="20577"/>
      <pc:docMkLst>
        <pc:docMk/>
      </pc:docMkLst>
      <pc:sldChg chg="addSp delSp modSp mod modClrScheme chgLayout">
        <pc:chgData name="Ryqir Haden" userId="S::rhaden@nmsu.edu::3ddcd1dd-667d-41b0-99fa-feafd76c681f" providerId="AD" clId="Web-{9E15385B-3FFD-D3C4-436A-D390BF8B8317}" dt="2025-10-30T21:47:59.272" v="1536" actId="20577"/>
        <pc:sldMkLst>
          <pc:docMk/>
          <pc:sldMk cId="3560420674" sldId="256"/>
        </pc:sldMkLst>
        <pc:spChg chg="del mod ord">
          <ac:chgData name="Ryqir Haden" userId="S::rhaden@nmsu.edu::3ddcd1dd-667d-41b0-99fa-feafd76c681f" providerId="AD" clId="Web-{9E15385B-3FFD-D3C4-436A-D390BF8B8317}" dt="2025-10-30T20:25:48.808" v="26"/>
          <ac:spMkLst>
            <pc:docMk/>
            <pc:sldMk cId="3560420674" sldId="256"/>
            <ac:spMk id="3" creationId="{66AB76D5-DD4B-778E-C514-B7D1FD72A7EB}"/>
          </ac:spMkLst>
        </pc:spChg>
        <pc:spChg chg="add mod ord">
          <ac:chgData name="Ryqir Haden" userId="S::rhaden@nmsu.edu::3ddcd1dd-667d-41b0-99fa-feafd76c681f" providerId="AD" clId="Web-{9E15385B-3FFD-D3C4-436A-D390BF8B8317}" dt="2025-10-30T21:03:45.631" v="681" actId="14100"/>
          <ac:spMkLst>
            <pc:docMk/>
            <pc:sldMk cId="3560420674" sldId="256"/>
            <ac:spMk id="4" creationId="{3E66C66D-90A9-644F-FFD7-E8AD6A7A2B08}"/>
          </ac:spMkLst>
        </pc:spChg>
        <pc:spChg chg="add mod ord">
          <ac:chgData name="Ryqir Haden" userId="S::rhaden@nmsu.edu::3ddcd1dd-667d-41b0-99fa-feafd76c681f" providerId="AD" clId="Web-{9E15385B-3FFD-D3C4-436A-D390BF8B8317}" dt="2025-10-30T20:28:01.026" v="45" actId="20577"/>
          <ac:spMkLst>
            <pc:docMk/>
            <pc:sldMk cId="3560420674" sldId="256"/>
            <ac:spMk id="5" creationId="{882399AC-376B-E207-145D-C67046B06901}"/>
          </ac:spMkLst>
        </pc:spChg>
        <pc:spChg chg="del">
          <ac:chgData name="Ryqir Haden" userId="S::rhaden@nmsu.edu::3ddcd1dd-667d-41b0-99fa-feafd76c681f" providerId="AD" clId="Web-{9E15385B-3FFD-D3C4-436A-D390BF8B8317}" dt="2025-10-30T20:25:01.901" v="19"/>
          <ac:spMkLst>
            <pc:docMk/>
            <pc:sldMk cId="3560420674" sldId="256"/>
            <ac:spMk id="6" creationId="{A0549A5A-6495-9E43-7F60-7F790E41CFB8}"/>
          </ac:spMkLst>
        </pc:spChg>
        <pc:spChg chg="mod">
          <ac:chgData name="Ryqir Haden" userId="S::rhaden@nmsu.edu::3ddcd1dd-667d-41b0-99fa-feafd76c681f" providerId="AD" clId="Web-{9E15385B-3FFD-D3C4-436A-D390BF8B8317}" dt="2025-10-30T21:03:53.147" v="684" actId="20577"/>
          <ac:spMkLst>
            <pc:docMk/>
            <pc:sldMk cId="3560420674" sldId="256"/>
            <ac:spMk id="7" creationId="{2495D6FB-9DCB-848C-D0B2-771351C7C5E0}"/>
          </ac:spMkLst>
        </pc:spChg>
        <pc:spChg chg="add del mod ord">
          <ac:chgData name="Ryqir Haden" userId="S::rhaden@nmsu.edu::3ddcd1dd-667d-41b0-99fa-feafd76c681f" providerId="AD" clId="Web-{9E15385B-3FFD-D3C4-436A-D390BF8B8317}" dt="2025-10-30T20:26:00.276" v="30"/>
          <ac:spMkLst>
            <pc:docMk/>
            <pc:sldMk cId="3560420674" sldId="256"/>
            <ac:spMk id="8" creationId="{5F29D7CC-6865-78FF-BCF6-CD3EEF95C94E}"/>
          </ac:spMkLst>
        </pc:spChg>
        <pc:spChg chg="add del mod ord">
          <ac:chgData name="Ryqir Haden" userId="S::rhaden@nmsu.edu::3ddcd1dd-667d-41b0-99fa-feafd76c681f" providerId="AD" clId="Web-{9E15385B-3FFD-D3C4-436A-D390BF8B8317}" dt="2025-10-30T20:25:58.323" v="29"/>
          <ac:spMkLst>
            <pc:docMk/>
            <pc:sldMk cId="3560420674" sldId="256"/>
            <ac:spMk id="9" creationId="{37E55DE3-9CCE-F713-0F9A-E8B5AD6B04A8}"/>
          </ac:spMkLst>
        </pc:spChg>
        <pc:spChg chg="del">
          <ac:chgData name="Ryqir Haden" userId="S::rhaden@nmsu.edu::3ddcd1dd-667d-41b0-99fa-feafd76c681f" providerId="AD" clId="Web-{9E15385B-3FFD-D3C4-436A-D390BF8B8317}" dt="2025-10-30T20:24:58.433" v="18"/>
          <ac:spMkLst>
            <pc:docMk/>
            <pc:sldMk cId="3560420674" sldId="256"/>
            <ac:spMk id="10" creationId="{8140486A-9678-536A-3A37-5DA511C49444}"/>
          </ac:spMkLst>
        </pc:spChg>
        <pc:spChg chg="mod">
          <ac:chgData name="Ryqir Haden" userId="S::rhaden@nmsu.edu::3ddcd1dd-667d-41b0-99fa-feafd76c681f" providerId="AD" clId="Web-{9E15385B-3FFD-D3C4-436A-D390BF8B8317}" dt="2025-10-30T21:03:26.288" v="655" actId="20577"/>
          <ac:spMkLst>
            <pc:docMk/>
            <pc:sldMk cId="3560420674" sldId="256"/>
            <ac:spMk id="11" creationId="{714F3160-0787-B849-2619-1FF192661AE2}"/>
          </ac:spMkLst>
        </pc:spChg>
        <pc:spChg chg="add del mod">
          <ac:chgData name="Ryqir Haden" userId="S::rhaden@nmsu.edu::3ddcd1dd-667d-41b0-99fa-feafd76c681f" providerId="AD" clId="Web-{9E15385B-3FFD-D3C4-436A-D390BF8B8317}" dt="2025-10-30T20:25:55.995" v="28"/>
          <ac:spMkLst>
            <pc:docMk/>
            <pc:sldMk cId="3560420674" sldId="256"/>
            <ac:spMk id="13" creationId="{0BD12141-39EC-1440-CAEC-342541214134}"/>
          </ac:spMkLst>
        </pc:spChg>
        <pc:spChg chg="add del mod ord">
          <ac:chgData name="Ryqir Haden" userId="S::rhaden@nmsu.edu::3ddcd1dd-667d-41b0-99fa-feafd76c681f" providerId="AD" clId="Web-{9E15385B-3FFD-D3C4-436A-D390BF8B8317}" dt="2025-10-30T20:28:13.058" v="47"/>
          <ac:spMkLst>
            <pc:docMk/>
            <pc:sldMk cId="3560420674" sldId="256"/>
            <ac:spMk id="14" creationId="{370A1659-5105-FE16-9F4E-0FFC31EC8081}"/>
          </ac:spMkLst>
        </pc:spChg>
        <pc:spChg chg="add del mod ord">
          <ac:chgData name="Ryqir Haden" userId="S::rhaden@nmsu.edu::3ddcd1dd-667d-41b0-99fa-feafd76c681f" providerId="AD" clId="Web-{9E15385B-3FFD-D3C4-436A-D390BF8B8317}" dt="2025-10-30T20:27:51.511" v="38"/>
          <ac:spMkLst>
            <pc:docMk/>
            <pc:sldMk cId="3560420674" sldId="256"/>
            <ac:spMk id="15" creationId="{0DFB3B54-72C1-1B0D-B67D-8ED638688581}"/>
          </ac:spMkLst>
        </pc:spChg>
        <pc:spChg chg="add del mod ord">
          <ac:chgData name="Ryqir Haden" userId="S::rhaden@nmsu.edu::3ddcd1dd-667d-41b0-99fa-feafd76c681f" providerId="AD" clId="Web-{9E15385B-3FFD-D3C4-436A-D390BF8B8317}" dt="2025-10-30T20:28:15.683" v="48"/>
          <ac:spMkLst>
            <pc:docMk/>
            <pc:sldMk cId="3560420674" sldId="256"/>
            <ac:spMk id="16" creationId="{29A9D8E2-00BB-C4BE-3455-B4AA89975CE0}"/>
          </ac:spMkLst>
        </pc:spChg>
        <pc:spChg chg="add del">
          <ac:chgData name="Ryqir Haden" userId="S::rhaden@nmsu.edu::3ddcd1dd-667d-41b0-99fa-feafd76c681f" providerId="AD" clId="Web-{9E15385B-3FFD-D3C4-436A-D390BF8B8317}" dt="2025-10-30T20:29:55.448" v="59"/>
          <ac:spMkLst>
            <pc:docMk/>
            <pc:sldMk cId="3560420674" sldId="256"/>
            <ac:spMk id="17" creationId="{EB4C2630-C8FA-A93B-F3CB-34CD454D27F5}"/>
          </ac:spMkLst>
        </pc:spChg>
        <pc:spChg chg="add mod">
          <ac:chgData name="Ryqir Haden" userId="S::rhaden@nmsu.edu::3ddcd1dd-667d-41b0-99fa-feafd76c681f" providerId="AD" clId="Web-{9E15385B-3FFD-D3C4-436A-D390BF8B8317}" dt="2025-10-30T20:30:20.339" v="74" actId="20577"/>
          <ac:spMkLst>
            <pc:docMk/>
            <pc:sldMk cId="3560420674" sldId="256"/>
            <ac:spMk id="18" creationId="{5DCF9D05-95D0-2948-3BF1-B6A133C833A6}"/>
          </ac:spMkLst>
        </pc:spChg>
        <pc:spChg chg="add mod">
          <ac:chgData name="Ryqir Haden" userId="S::rhaden@nmsu.edu::3ddcd1dd-667d-41b0-99fa-feafd76c681f" providerId="AD" clId="Web-{9E15385B-3FFD-D3C4-436A-D390BF8B8317}" dt="2025-10-30T21:47:59.272" v="1536" actId="20577"/>
          <ac:spMkLst>
            <pc:docMk/>
            <pc:sldMk cId="3560420674" sldId="256"/>
            <ac:spMk id="19" creationId="{635E3CEA-3474-D5FE-C4E8-12E150A50F52}"/>
          </ac:spMkLst>
        </pc:spChg>
        <pc:spChg chg="add mod">
          <ac:chgData name="Ryqir Haden" userId="S::rhaden@nmsu.edu::3ddcd1dd-667d-41b0-99fa-feafd76c681f" providerId="AD" clId="Web-{9E15385B-3FFD-D3C4-436A-D390BF8B8317}" dt="2025-10-30T21:01:42.678" v="588" actId="1076"/>
          <ac:spMkLst>
            <pc:docMk/>
            <pc:sldMk cId="3560420674" sldId="256"/>
            <ac:spMk id="20" creationId="{624D8B69-8A22-5D98-0A7A-8B57ADB67D88}"/>
          </ac:spMkLst>
        </pc:spChg>
        <pc:picChg chg="add del mod">
          <ac:chgData name="Ryqir Haden" userId="S::rhaden@nmsu.edu::3ddcd1dd-667d-41b0-99fa-feafd76c681f" providerId="AD" clId="Web-{9E15385B-3FFD-D3C4-436A-D390BF8B8317}" dt="2025-10-30T20:24:16.683" v="10"/>
          <ac:picMkLst>
            <pc:docMk/>
            <pc:sldMk cId="3560420674" sldId="256"/>
            <ac:picMk id="2" creationId="{EA3EA7A2-2011-CDFC-8001-260C790A059F}"/>
          </ac:picMkLst>
        </pc:picChg>
      </pc:sldChg>
      <pc:sldChg chg="modSp del mod modClrScheme chgLayout">
        <pc:chgData name="Ryqir Haden" userId="S::rhaden@nmsu.edu::3ddcd1dd-667d-41b0-99fa-feafd76c681f" providerId="AD" clId="Web-{9E15385B-3FFD-D3C4-436A-D390BF8B8317}" dt="2025-10-30T21:27:05.947" v="685"/>
        <pc:sldMkLst>
          <pc:docMk/>
          <pc:sldMk cId="563162969" sldId="257"/>
        </pc:sldMkLst>
        <pc:spChg chg="mod ord">
          <ac:chgData name="Ryqir Haden" userId="S::rhaden@nmsu.edu::3ddcd1dd-667d-41b0-99fa-feafd76c681f" providerId="AD" clId="Web-{9E15385B-3FFD-D3C4-436A-D390BF8B8317}" dt="2025-10-30T20:22:51.527" v="5"/>
          <ac:spMkLst>
            <pc:docMk/>
            <pc:sldMk cId="563162969" sldId="257"/>
            <ac:spMk id="3" creationId="{0284193E-30A3-59F4-51B5-EF16D45997DD}"/>
          </ac:spMkLst>
        </pc:spChg>
      </pc:sldChg>
      <pc:sldChg chg="addSp delSp modSp add replId">
        <pc:chgData name="Ryqir Haden" userId="S::rhaden@nmsu.edu::3ddcd1dd-667d-41b0-99fa-feafd76c681f" providerId="AD" clId="Web-{9E15385B-3FFD-D3C4-436A-D390BF8B8317}" dt="2025-10-30T21:47:47.271" v="1522" actId="20577"/>
        <pc:sldMkLst>
          <pc:docMk/>
          <pc:sldMk cId="1883351277" sldId="257"/>
        </pc:sldMkLst>
        <pc:spChg chg="add mod">
          <ac:chgData name="Ryqir Haden" userId="S::rhaden@nmsu.edu::3ddcd1dd-667d-41b0-99fa-feafd76c681f" providerId="AD" clId="Web-{9E15385B-3FFD-D3C4-436A-D390BF8B8317}" dt="2025-10-30T21:46:56.066" v="1455" actId="20577"/>
          <ac:spMkLst>
            <pc:docMk/>
            <pc:sldMk cId="1883351277" sldId="257"/>
            <ac:spMk id="2" creationId="{4E6FDADC-826C-8B86-55A4-BF3707C8A6D1}"/>
          </ac:spMkLst>
        </pc:spChg>
        <pc:spChg chg="add mod">
          <ac:chgData name="Ryqir Haden" userId="S::rhaden@nmsu.edu::3ddcd1dd-667d-41b0-99fa-feafd76c681f" providerId="AD" clId="Web-{9E15385B-3FFD-D3C4-436A-D390BF8B8317}" dt="2025-10-30T21:46:59.425" v="1456" actId="1076"/>
          <ac:spMkLst>
            <pc:docMk/>
            <pc:sldMk cId="1883351277" sldId="257"/>
            <ac:spMk id="3" creationId="{A68B23E9-9120-99A8-5099-B585056A389E}"/>
          </ac:spMkLst>
        </pc:spChg>
        <pc:spChg chg="mod">
          <ac:chgData name="Ryqir Haden" userId="S::rhaden@nmsu.edu::3ddcd1dd-667d-41b0-99fa-feafd76c681f" providerId="AD" clId="Web-{9E15385B-3FFD-D3C4-436A-D390BF8B8317}" dt="2025-10-30T21:35:24.128" v="709" actId="20577"/>
          <ac:spMkLst>
            <pc:docMk/>
            <pc:sldMk cId="1883351277" sldId="257"/>
            <ac:spMk id="4" creationId="{02A0EC73-D04A-3BD8-C5BE-912E94E95352}"/>
          </ac:spMkLst>
        </pc:spChg>
        <pc:spChg chg="del mod">
          <ac:chgData name="Ryqir Haden" userId="S::rhaden@nmsu.edu::3ddcd1dd-667d-41b0-99fa-feafd76c681f" providerId="AD" clId="Web-{9E15385B-3FFD-D3C4-436A-D390BF8B8317}" dt="2025-10-30T21:35:12.752" v="704"/>
          <ac:spMkLst>
            <pc:docMk/>
            <pc:sldMk cId="1883351277" sldId="257"/>
            <ac:spMk id="7" creationId="{E19D159B-5F6A-8F32-708F-B9232329B1B8}"/>
          </ac:spMkLst>
        </pc:spChg>
        <pc:spChg chg="mod">
          <ac:chgData name="Ryqir Haden" userId="S::rhaden@nmsu.edu::3ddcd1dd-667d-41b0-99fa-feafd76c681f" providerId="AD" clId="Web-{9E15385B-3FFD-D3C4-436A-D390BF8B8317}" dt="2025-10-30T21:45:21.143" v="1349" actId="20577"/>
          <ac:spMkLst>
            <pc:docMk/>
            <pc:sldMk cId="1883351277" sldId="257"/>
            <ac:spMk id="11" creationId="{042E250A-E8CC-9D3D-F0C7-1C2B7806CB81}"/>
          </ac:spMkLst>
        </pc:spChg>
        <pc:spChg chg="mod">
          <ac:chgData name="Ryqir Haden" userId="S::rhaden@nmsu.edu::3ddcd1dd-667d-41b0-99fa-feafd76c681f" providerId="AD" clId="Web-{9E15385B-3FFD-D3C4-436A-D390BF8B8317}" dt="2025-10-30T21:47:47.271" v="1522" actId="20577"/>
          <ac:spMkLst>
            <pc:docMk/>
            <pc:sldMk cId="1883351277" sldId="257"/>
            <ac:spMk id="19" creationId="{8736426A-74CA-AA46-F058-9C0427BF4972}"/>
          </ac:spMkLst>
        </pc:spChg>
        <pc:spChg chg="del mod">
          <ac:chgData name="Ryqir Haden" userId="S::rhaden@nmsu.edu::3ddcd1dd-667d-41b0-99fa-feafd76c681f" providerId="AD" clId="Web-{9E15385B-3FFD-D3C4-436A-D390BF8B8317}" dt="2025-10-30T21:35:14.690" v="707"/>
          <ac:spMkLst>
            <pc:docMk/>
            <pc:sldMk cId="1883351277" sldId="257"/>
            <ac:spMk id="20" creationId="{C172BC88-F9B1-9587-174D-D4F2BCB9298C}"/>
          </ac:spMkLst>
        </pc:spChg>
      </pc:sldChg>
      <pc:sldChg chg="modSp add del replId">
        <pc:chgData name="Ryqir Haden" userId="S::rhaden@nmsu.edu::3ddcd1dd-667d-41b0-99fa-feafd76c681f" providerId="AD" clId="Web-{9E15385B-3FFD-D3C4-436A-D390BF8B8317}" dt="2025-10-30T22:08:14.415" v="1549"/>
        <pc:sldMkLst>
          <pc:docMk/>
          <pc:sldMk cId="1825447489" sldId="258"/>
        </pc:sldMkLst>
        <pc:spChg chg="mod">
          <ac:chgData name="Ryqir Haden" userId="S::rhaden@nmsu.edu::3ddcd1dd-667d-41b0-99fa-feafd76c681f" providerId="AD" clId="Web-{9E15385B-3FFD-D3C4-436A-D390BF8B8317}" dt="2025-10-30T22:08:14.352" v="1548" actId="20577"/>
          <ac:spMkLst>
            <pc:docMk/>
            <pc:sldMk cId="1825447489" sldId="258"/>
            <ac:spMk id="4" creationId="{A21A1FFF-5A31-4197-6DC9-2E687AD4E1CF}"/>
          </ac:spMkLst>
        </pc:spChg>
      </pc:sldChg>
      <pc:sldChg chg="modSp add replId">
        <pc:chgData name="Ryqir Haden" userId="S::rhaden@nmsu.edu::3ddcd1dd-667d-41b0-99fa-feafd76c681f" providerId="AD" clId="Web-{9E15385B-3FFD-D3C4-436A-D390BF8B8317}" dt="2025-10-30T22:44:59.249" v="2267" actId="20577"/>
        <pc:sldMkLst>
          <pc:docMk/>
          <pc:sldMk cId="1867627800" sldId="258"/>
        </pc:sldMkLst>
        <pc:spChg chg="mod">
          <ac:chgData name="Ryqir Haden" userId="S::rhaden@nmsu.edu::3ddcd1dd-667d-41b0-99fa-feafd76c681f" providerId="AD" clId="Web-{9E15385B-3FFD-D3C4-436A-D390BF8B8317}" dt="2025-10-30T22:14:49.439" v="1775" actId="20577"/>
          <ac:spMkLst>
            <pc:docMk/>
            <pc:sldMk cId="1867627800" sldId="258"/>
            <ac:spMk id="2" creationId="{C53A2D37-F06A-CFC4-B353-89BE0AE52027}"/>
          </ac:spMkLst>
        </pc:spChg>
        <pc:spChg chg="mod">
          <ac:chgData name="Ryqir Haden" userId="S::rhaden@nmsu.edu::3ddcd1dd-667d-41b0-99fa-feafd76c681f" providerId="AD" clId="Web-{9E15385B-3FFD-D3C4-436A-D390BF8B8317}" dt="2025-10-30T22:44:59.249" v="2267" actId="20577"/>
          <ac:spMkLst>
            <pc:docMk/>
            <pc:sldMk cId="1867627800" sldId="258"/>
            <ac:spMk id="3" creationId="{67AE63DA-B214-1AC3-31AD-74E13F60760C}"/>
          </ac:spMkLst>
        </pc:spChg>
        <pc:spChg chg="mod">
          <ac:chgData name="Ryqir Haden" userId="S::rhaden@nmsu.edu::3ddcd1dd-667d-41b0-99fa-feafd76c681f" providerId="AD" clId="Web-{9E15385B-3FFD-D3C4-436A-D390BF8B8317}" dt="2025-10-30T22:08:32.447" v="1572" actId="20577"/>
          <ac:spMkLst>
            <pc:docMk/>
            <pc:sldMk cId="1867627800" sldId="258"/>
            <ac:spMk id="4" creationId="{F5802939-05E3-D31A-19F6-A0F9393194F5}"/>
          </ac:spMkLst>
        </pc:spChg>
        <pc:spChg chg="mod">
          <ac:chgData name="Ryqir Haden" userId="S::rhaden@nmsu.edu::3ddcd1dd-667d-41b0-99fa-feafd76c681f" providerId="AD" clId="Web-{9E15385B-3FFD-D3C4-436A-D390BF8B8317}" dt="2025-10-30T22:43:34.221" v="2025" actId="20577"/>
          <ac:spMkLst>
            <pc:docMk/>
            <pc:sldMk cId="1867627800" sldId="258"/>
            <ac:spMk id="11" creationId="{8A846F05-F4D9-01F5-9F84-44BD7AF2A9DD}"/>
          </ac:spMkLst>
        </pc:spChg>
        <pc:spChg chg="mod">
          <ac:chgData name="Ryqir Haden" userId="S::rhaden@nmsu.edu::3ddcd1dd-667d-41b0-99fa-feafd76c681f" providerId="AD" clId="Web-{9E15385B-3FFD-D3C4-436A-D390BF8B8317}" dt="2025-10-30T22:12:15.749" v="1622" actId="20577"/>
          <ac:spMkLst>
            <pc:docMk/>
            <pc:sldMk cId="1867627800" sldId="258"/>
            <ac:spMk id="19" creationId="{4F736A2E-D3DF-B69E-47FD-F639529DC02C}"/>
          </ac:spMkLst>
        </pc:spChg>
      </pc:sldChg>
      <pc:sldChg chg="modSp del mod modClrScheme chgLayout">
        <pc:chgData name="Ryqir Haden" userId="S::rhaden@nmsu.edu::3ddcd1dd-667d-41b0-99fa-feafd76c681f" providerId="AD" clId="Web-{9E15385B-3FFD-D3C4-436A-D390BF8B8317}" dt="2025-10-30T21:27:07.087" v="686"/>
        <pc:sldMkLst>
          <pc:docMk/>
          <pc:sldMk cId="3245718212" sldId="258"/>
        </pc:sldMkLst>
        <pc:spChg chg="mod ord">
          <ac:chgData name="Ryqir Haden" userId="S::rhaden@nmsu.edu::3ddcd1dd-667d-41b0-99fa-feafd76c681f" providerId="AD" clId="Web-{9E15385B-3FFD-D3C4-436A-D390BF8B8317}" dt="2025-10-30T20:22:51.527" v="5"/>
          <ac:spMkLst>
            <pc:docMk/>
            <pc:sldMk cId="3245718212" sldId="258"/>
            <ac:spMk id="3" creationId="{6EA7422E-C272-5E9E-C399-DCBDA8355D62}"/>
          </ac:spMkLst>
        </pc:spChg>
      </pc:sldChg>
      <pc:sldChg chg="modSp add replId">
        <pc:chgData name="Ryqir Haden" userId="S::rhaden@nmsu.edu::3ddcd1dd-667d-41b0-99fa-feafd76c681f" providerId="AD" clId="Web-{9E15385B-3FFD-D3C4-436A-D390BF8B8317}" dt="2025-10-30T23:05:05.807" v="3077" actId="14100"/>
        <pc:sldMkLst>
          <pc:docMk/>
          <pc:sldMk cId="3223011338" sldId="259"/>
        </pc:sldMkLst>
        <pc:spChg chg="mod">
          <ac:chgData name="Ryqir Haden" userId="S::rhaden@nmsu.edu::3ddcd1dd-667d-41b0-99fa-feafd76c681f" providerId="AD" clId="Web-{9E15385B-3FFD-D3C4-436A-D390BF8B8317}" dt="2025-10-30T22:59:50.111" v="2547" actId="20577"/>
          <ac:spMkLst>
            <pc:docMk/>
            <pc:sldMk cId="3223011338" sldId="259"/>
            <ac:spMk id="2" creationId="{EE9380CB-B32C-05E8-00CE-FCEB545944B1}"/>
          </ac:spMkLst>
        </pc:spChg>
        <pc:spChg chg="mod">
          <ac:chgData name="Ryqir Haden" userId="S::rhaden@nmsu.edu::3ddcd1dd-667d-41b0-99fa-feafd76c681f" providerId="AD" clId="Web-{9E15385B-3FFD-D3C4-436A-D390BF8B8317}" dt="2025-10-30T23:05:05.807" v="3077" actId="14100"/>
          <ac:spMkLst>
            <pc:docMk/>
            <pc:sldMk cId="3223011338" sldId="259"/>
            <ac:spMk id="3" creationId="{E406F92F-99B4-3D43-2CF5-D6F9E3658DC4}"/>
          </ac:spMkLst>
        </pc:spChg>
        <pc:spChg chg="mod">
          <ac:chgData name="Ryqir Haden" userId="S::rhaden@nmsu.edu::3ddcd1dd-667d-41b0-99fa-feafd76c681f" providerId="AD" clId="Web-{9E15385B-3FFD-D3C4-436A-D390BF8B8317}" dt="2025-10-30T22:52:48.971" v="2280" actId="20577"/>
          <ac:spMkLst>
            <pc:docMk/>
            <pc:sldMk cId="3223011338" sldId="259"/>
            <ac:spMk id="4" creationId="{3EB0E1F2-1C40-F0DA-EF80-EEBDC23BD945}"/>
          </ac:spMkLst>
        </pc:spChg>
        <pc:spChg chg="mod">
          <ac:chgData name="Ryqir Haden" userId="S::rhaden@nmsu.edu::3ddcd1dd-667d-41b0-99fa-feafd76c681f" providerId="AD" clId="Web-{9E15385B-3FFD-D3C4-436A-D390BF8B8317}" dt="2025-10-30T23:03:39.077" v="2759" actId="20577"/>
          <ac:spMkLst>
            <pc:docMk/>
            <pc:sldMk cId="3223011338" sldId="259"/>
            <ac:spMk id="11" creationId="{A09F1F32-5935-2111-B950-CDDAFB25104C}"/>
          </ac:spMkLst>
        </pc:spChg>
        <pc:spChg chg="mod">
          <ac:chgData name="Ryqir Haden" userId="S::rhaden@nmsu.edu::3ddcd1dd-667d-41b0-99fa-feafd76c681f" providerId="AD" clId="Web-{9E15385B-3FFD-D3C4-436A-D390BF8B8317}" dt="2025-10-30T22:56:34.730" v="2383" actId="20577"/>
          <ac:spMkLst>
            <pc:docMk/>
            <pc:sldMk cId="3223011338" sldId="259"/>
            <ac:spMk id="19" creationId="{CC9BD1EE-0782-CFB9-6CDF-909033E9F8C6}"/>
          </ac:spMkLst>
        </pc:spChg>
      </pc:sldChg>
      <pc:sldChg chg="modSp del mod modClrScheme chgLayout">
        <pc:chgData name="Ryqir Haden" userId="S::rhaden@nmsu.edu::3ddcd1dd-667d-41b0-99fa-feafd76c681f" providerId="AD" clId="Web-{9E15385B-3FFD-D3C4-436A-D390BF8B8317}" dt="2025-10-30T21:27:09.588" v="689"/>
        <pc:sldMkLst>
          <pc:docMk/>
          <pc:sldMk cId="3958353374" sldId="259"/>
        </pc:sldMkLst>
        <pc:spChg chg="mod ord">
          <ac:chgData name="Ryqir Haden" userId="S::rhaden@nmsu.edu::3ddcd1dd-667d-41b0-99fa-feafd76c681f" providerId="AD" clId="Web-{9E15385B-3FFD-D3C4-436A-D390BF8B8317}" dt="2025-10-30T20:22:51.527" v="5"/>
          <ac:spMkLst>
            <pc:docMk/>
            <pc:sldMk cId="3958353374" sldId="259"/>
            <ac:spMk id="3" creationId="{9EBB4220-C84E-96C1-90D5-1D5B3556F42C}"/>
          </ac:spMkLst>
        </pc:spChg>
      </pc:sldChg>
      <pc:sldChg chg="modSp del mod modClrScheme chgLayout">
        <pc:chgData name="Ryqir Haden" userId="S::rhaden@nmsu.edu::3ddcd1dd-667d-41b0-99fa-feafd76c681f" providerId="AD" clId="Web-{9E15385B-3FFD-D3C4-436A-D390BF8B8317}" dt="2025-10-30T21:27:07.759" v="687"/>
        <pc:sldMkLst>
          <pc:docMk/>
          <pc:sldMk cId="1267123813" sldId="260"/>
        </pc:sldMkLst>
        <pc:spChg chg="mod ord">
          <ac:chgData name="Ryqir Haden" userId="S::rhaden@nmsu.edu::3ddcd1dd-667d-41b0-99fa-feafd76c681f" providerId="AD" clId="Web-{9E15385B-3FFD-D3C4-436A-D390BF8B8317}" dt="2025-10-30T20:22:51.527" v="5"/>
          <ac:spMkLst>
            <pc:docMk/>
            <pc:sldMk cId="1267123813" sldId="260"/>
            <ac:spMk id="3" creationId="{09C5F70D-03A7-B66F-1E97-C4DFE00F74D6}"/>
          </ac:spMkLst>
        </pc:spChg>
      </pc:sldChg>
      <pc:sldChg chg="addSp delSp modSp new mod modClrScheme chgLayout">
        <pc:chgData name="Ryqir Haden" userId="S::rhaden@nmsu.edu::3ddcd1dd-667d-41b0-99fa-feafd76c681f" providerId="AD" clId="Web-{9E15385B-3FFD-D3C4-436A-D390BF8B8317}" dt="2025-10-30T23:17:53.048" v="4027" actId="20577"/>
        <pc:sldMkLst>
          <pc:docMk/>
          <pc:sldMk cId="1605872926" sldId="260"/>
        </pc:sldMkLst>
        <pc:spChg chg="del">
          <ac:chgData name="Ryqir Haden" userId="S::rhaden@nmsu.edu::3ddcd1dd-667d-41b0-99fa-feafd76c681f" providerId="AD" clId="Web-{9E15385B-3FFD-D3C4-436A-D390BF8B8317}" dt="2025-10-30T23:05:32.513" v="3079"/>
          <ac:spMkLst>
            <pc:docMk/>
            <pc:sldMk cId="1605872926" sldId="260"/>
            <ac:spMk id="2" creationId="{ED724C30-8605-493A-1952-09F5DA082B8F}"/>
          </ac:spMkLst>
        </pc:spChg>
        <pc:spChg chg="del">
          <ac:chgData name="Ryqir Haden" userId="S::rhaden@nmsu.edu::3ddcd1dd-667d-41b0-99fa-feafd76c681f" providerId="AD" clId="Web-{9E15385B-3FFD-D3C4-436A-D390BF8B8317}" dt="2025-10-30T23:05:32.513" v="3079"/>
          <ac:spMkLst>
            <pc:docMk/>
            <pc:sldMk cId="1605872926" sldId="260"/>
            <ac:spMk id="3" creationId="{C59A1F3E-7E7C-E950-7836-355C7CA1342D}"/>
          </ac:spMkLst>
        </pc:spChg>
        <pc:spChg chg="del">
          <ac:chgData name="Ryqir Haden" userId="S::rhaden@nmsu.edu::3ddcd1dd-667d-41b0-99fa-feafd76c681f" providerId="AD" clId="Web-{9E15385B-3FFD-D3C4-436A-D390BF8B8317}" dt="2025-10-30T23:05:32.513" v="3079"/>
          <ac:spMkLst>
            <pc:docMk/>
            <pc:sldMk cId="1605872926" sldId="260"/>
            <ac:spMk id="4" creationId="{4FFC8838-147A-E084-04C5-BFCF78A87327}"/>
          </ac:spMkLst>
        </pc:spChg>
        <pc:spChg chg="del">
          <ac:chgData name="Ryqir Haden" userId="S::rhaden@nmsu.edu::3ddcd1dd-667d-41b0-99fa-feafd76c681f" providerId="AD" clId="Web-{9E15385B-3FFD-D3C4-436A-D390BF8B8317}" dt="2025-10-30T23:05:32.513" v="3079"/>
          <ac:spMkLst>
            <pc:docMk/>
            <pc:sldMk cId="1605872926" sldId="260"/>
            <ac:spMk id="5" creationId="{EA781D82-A2BA-6BED-6DE4-5EDAFD6C94A5}"/>
          </ac:spMkLst>
        </pc:spChg>
        <pc:spChg chg="del">
          <ac:chgData name="Ryqir Haden" userId="S::rhaden@nmsu.edu::3ddcd1dd-667d-41b0-99fa-feafd76c681f" providerId="AD" clId="Web-{9E15385B-3FFD-D3C4-436A-D390BF8B8317}" dt="2025-10-30T23:05:32.513" v="3079"/>
          <ac:spMkLst>
            <pc:docMk/>
            <pc:sldMk cId="1605872926" sldId="260"/>
            <ac:spMk id="6" creationId="{66ED9C5D-3F86-D972-66ED-D0A11DCC0565}"/>
          </ac:spMkLst>
        </pc:spChg>
        <pc:spChg chg="add mod">
          <ac:chgData name="Ryqir Haden" userId="S::rhaden@nmsu.edu::3ddcd1dd-667d-41b0-99fa-feafd76c681f" providerId="AD" clId="Web-{9E15385B-3FFD-D3C4-436A-D390BF8B8317}" dt="2025-10-30T23:11:03.145" v="3341" actId="20577"/>
          <ac:spMkLst>
            <pc:docMk/>
            <pc:sldMk cId="1605872926" sldId="260"/>
            <ac:spMk id="7" creationId="{D0BE9BA4-4768-2282-D041-F0B14AF22752}"/>
          </ac:spMkLst>
        </pc:spChg>
        <pc:spChg chg="add mod">
          <ac:chgData name="Ryqir Haden" userId="S::rhaden@nmsu.edu::3ddcd1dd-667d-41b0-99fa-feafd76c681f" providerId="AD" clId="Web-{9E15385B-3FFD-D3C4-436A-D390BF8B8317}" dt="2025-10-30T23:14:10.011" v="3713" actId="20577"/>
          <ac:spMkLst>
            <pc:docMk/>
            <pc:sldMk cId="1605872926" sldId="260"/>
            <ac:spMk id="8" creationId="{D35726F8-F821-0D55-5184-CB898B837964}"/>
          </ac:spMkLst>
        </pc:spChg>
        <pc:spChg chg="add mod">
          <ac:chgData name="Ryqir Haden" userId="S::rhaden@nmsu.edu::3ddcd1dd-667d-41b0-99fa-feafd76c681f" providerId="AD" clId="Web-{9E15385B-3FFD-D3C4-436A-D390BF8B8317}" dt="2025-10-30T23:17:53.048" v="4027" actId="20577"/>
          <ac:spMkLst>
            <pc:docMk/>
            <pc:sldMk cId="1605872926" sldId="260"/>
            <ac:spMk id="9" creationId="{05FE3FF8-FD4C-D2F6-D5AF-6923154B2540}"/>
          </ac:spMkLst>
        </pc:spChg>
        <pc:spChg chg="add mod">
          <ac:chgData name="Ryqir Haden" userId="S::rhaden@nmsu.edu::3ddcd1dd-667d-41b0-99fa-feafd76c681f" providerId="AD" clId="Web-{9E15385B-3FFD-D3C4-436A-D390BF8B8317}" dt="2025-10-30T23:06:52.270" v="3103" actId="20577"/>
          <ac:spMkLst>
            <pc:docMk/>
            <pc:sldMk cId="1605872926" sldId="260"/>
            <ac:spMk id="10" creationId="{09B87936-1042-B0C6-6565-92896BEECDE5}"/>
          </ac:spMkLst>
        </pc:spChg>
      </pc:sldChg>
      <pc:sldChg chg="modSp del mod modClrScheme chgLayout">
        <pc:chgData name="Ryqir Haden" userId="S::rhaden@nmsu.edu::3ddcd1dd-667d-41b0-99fa-feafd76c681f" providerId="AD" clId="Web-{9E15385B-3FFD-D3C4-436A-D390BF8B8317}" dt="2025-10-30T21:27:08.884" v="688"/>
        <pc:sldMkLst>
          <pc:docMk/>
          <pc:sldMk cId="120646739" sldId="261"/>
        </pc:sldMkLst>
        <pc:spChg chg="mod ord">
          <ac:chgData name="Ryqir Haden" userId="S::rhaden@nmsu.edu::3ddcd1dd-667d-41b0-99fa-feafd76c681f" providerId="AD" clId="Web-{9E15385B-3FFD-D3C4-436A-D390BF8B8317}" dt="2025-10-30T20:22:51.527" v="5"/>
          <ac:spMkLst>
            <pc:docMk/>
            <pc:sldMk cId="120646739" sldId="261"/>
            <ac:spMk id="2" creationId="{4408B3AA-8C8B-0C3A-C17B-395BDF5A321A}"/>
          </ac:spMkLst>
        </pc:spChg>
        <pc:spChg chg="mod ord">
          <ac:chgData name="Ryqir Haden" userId="S::rhaden@nmsu.edu::3ddcd1dd-667d-41b0-99fa-feafd76c681f" providerId="AD" clId="Web-{9E15385B-3FFD-D3C4-436A-D390BF8B8317}" dt="2025-10-30T20:22:51.527" v="5"/>
          <ac:spMkLst>
            <pc:docMk/>
            <pc:sldMk cId="120646739" sldId="261"/>
            <ac:spMk id="3" creationId="{7E3E675C-C2A4-B03E-5593-52D78119851F}"/>
          </ac:spMkLst>
        </pc:spChg>
      </pc:sldChg>
      <pc:sldMasterChg chg="del delSldLayout">
        <pc:chgData name="Ryqir Haden" userId="S::rhaden@nmsu.edu::3ddcd1dd-667d-41b0-99fa-feafd76c681f" providerId="AD" clId="Web-{9E15385B-3FFD-D3C4-436A-D390BF8B8317}" dt="2025-10-30T20:22:15.792" v="0"/>
        <pc:sldMasterMkLst>
          <pc:docMk/>
          <pc:sldMasterMk cId="1714469985" sldId="2147483721"/>
        </pc:sldMasterMkLst>
        <pc:sldLayoutChg chg="del">
          <pc:chgData name="Ryqir Haden" userId="S::rhaden@nmsu.edu::3ddcd1dd-667d-41b0-99fa-feafd76c681f" providerId="AD" clId="Web-{9E15385B-3FFD-D3C4-436A-D390BF8B8317}" dt="2025-10-30T20:22:15.792" v="0"/>
          <pc:sldLayoutMkLst>
            <pc:docMk/>
            <pc:sldMasterMk cId="1714469985" sldId="2147483721"/>
            <pc:sldLayoutMk cId="3984975515" sldId="2147483710"/>
          </pc:sldLayoutMkLst>
        </pc:sldLayoutChg>
        <pc:sldLayoutChg chg="del">
          <pc:chgData name="Ryqir Haden" userId="S::rhaden@nmsu.edu::3ddcd1dd-667d-41b0-99fa-feafd76c681f" providerId="AD" clId="Web-{9E15385B-3FFD-D3C4-436A-D390BF8B8317}" dt="2025-10-30T20:22:15.792" v="0"/>
          <pc:sldLayoutMkLst>
            <pc:docMk/>
            <pc:sldMasterMk cId="1714469985" sldId="2147483721"/>
            <pc:sldLayoutMk cId="1708913418" sldId="2147483711"/>
          </pc:sldLayoutMkLst>
        </pc:sldLayoutChg>
        <pc:sldLayoutChg chg="del">
          <pc:chgData name="Ryqir Haden" userId="S::rhaden@nmsu.edu::3ddcd1dd-667d-41b0-99fa-feafd76c681f" providerId="AD" clId="Web-{9E15385B-3FFD-D3C4-436A-D390BF8B8317}" dt="2025-10-30T20:22:15.792" v="0"/>
          <pc:sldLayoutMkLst>
            <pc:docMk/>
            <pc:sldMasterMk cId="1714469985" sldId="2147483721"/>
            <pc:sldLayoutMk cId="3610452951" sldId="2147483712"/>
          </pc:sldLayoutMkLst>
        </pc:sldLayoutChg>
        <pc:sldLayoutChg chg="del">
          <pc:chgData name="Ryqir Haden" userId="S::rhaden@nmsu.edu::3ddcd1dd-667d-41b0-99fa-feafd76c681f" providerId="AD" clId="Web-{9E15385B-3FFD-D3C4-436A-D390BF8B8317}" dt="2025-10-30T20:22:15.792" v="0"/>
          <pc:sldLayoutMkLst>
            <pc:docMk/>
            <pc:sldMasterMk cId="1714469985" sldId="2147483721"/>
            <pc:sldLayoutMk cId="2596512559" sldId="2147483713"/>
          </pc:sldLayoutMkLst>
        </pc:sldLayoutChg>
        <pc:sldLayoutChg chg="del">
          <pc:chgData name="Ryqir Haden" userId="S::rhaden@nmsu.edu::3ddcd1dd-667d-41b0-99fa-feafd76c681f" providerId="AD" clId="Web-{9E15385B-3FFD-D3C4-436A-D390BF8B8317}" dt="2025-10-30T20:22:15.792" v="0"/>
          <pc:sldLayoutMkLst>
            <pc:docMk/>
            <pc:sldMasterMk cId="1714469985" sldId="2147483721"/>
            <pc:sldLayoutMk cId="4117473024" sldId="2147483714"/>
          </pc:sldLayoutMkLst>
        </pc:sldLayoutChg>
        <pc:sldLayoutChg chg="del">
          <pc:chgData name="Ryqir Haden" userId="S::rhaden@nmsu.edu::3ddcd1dd-667d-41b0-99fa-feafd76c681f" providerId="AD" clId="Web-{9E15385B-3FFD-D3C4-436A-D390BF8B8317}" dt="2025-10-30T20:22:15.792" v="0"/>
          <pc:sldLayoutMkLst>
            <pc:docMk/>
            <pc:sldMasterMk cId="1714469985" sldId="2147483721"/>
            <pc:sldLayoutMk cId="1751372367" sldId="2147483715"/>
          </pc:sldLayoutMkLst>
        </pc:sldLayoutChg>
        <pc:sldLayoutChg chg="del">
          <pc:chgData name="Ryqir Haden" userId="S::rhaden@nmsu.edu::3ddcd1dd-667d-41b0-99fa-feafd76c681f" providerId="AD" clId="Web-{9E15385B-3FFD-D3C4-436A-D390BF8B8317}" dt="2025-10-30T20:22:15.792" v="0"/>
          <pc:sldLayoutMkLst>
            <pc:docMk/>
            <pc:sldMasterMk cId="1714469985" sldId="2147483721"/>
            <pc:sldLayoutMk cId="914457935" sldId="2147483716"/>
          </pc:sldLayoutMkLst>
        </pc:sldLayoutChg>
        <pc:sldLayoutChg chg="del">
          <pc:chgData name="Ryqir Haden" userId="S::rhaden@nmsu.edu::3ddcd1dd-667d-41b0-99fa-feafd76c681f" providerId="AD" clId="Web-{9E15385B-3FFD-D3C4-436A-D390BF8B8317}" dt="2025-10-30T20:22:15.792" v="0"/>
          <pc:sldLayoutMkLst>
            <pc:docMk/>
            <pc:sldMasterMk cId="1714469985" sldId="2147483721"/>
            <pc:sldLayoutMk cId="1848968662" sldId="2147483717"/>
          </pc:sldLayoutMkLst>
        </pc:sldLayoutChg>
        <pc:sldLayoutChg chg="del">
          <pc:chgData name="Ryqir Haden" userId="S::rhaden@nmsu.edu::3ddcd1dd-667d-41b0-99fa-feafd76c681f" providerId="AD" clId="Web-{9E15385B-3FFD-D3C4-436A-D390BF8B8317}" dt="2025-10-30T20:22:15.792" v="0"/>
          <pc:sldLayoutMkLst>
            <pc:docMk/>
            <pc:sldMasterMk cId="1714469985" sldId="2147483721"/>
            <pc:sldLayoutMk cId="438609478" sldId="2147483718"/>
          </pc:sldLayoutMkLst>
        </pc:sldLayoutChg>
        <pc:sldLayoutChg chg="del">
          <pc:chgData name="Ryqir Haden" userId="S::rhaden@nmsu.edu::3ddcd1dd-667d-41b0-99fa-feafd76c681f" providerId="AD" clId="Web-{9E15385B-3FFD-D3C4-436A-D390BF8B8317}" dt="2025-10-30T20:22:15.792" v="0"/>
          <pc:sldLayoutMkLst>
            <pc:docMk/>
            <pc:sldMasterMk cId="1714469985" sldId="2147483721"/>
            <pc:sldLayoutMk cId="680038613" sldId="2147483719"/>
          </pc:sldLayoutMkLst>
        </pc:sldLayoutChg>
        <pc:sldLayoutChg chg="del">
          <pc:chgData name="Ryqir Haden" userId="S::rhaden@nmsu.edu::3ddcd1dd-667d-41b0-99fa-feafd76c681f" providerId="AD" clId="Web-{9E15385B-3FFD-D3C4-436A-D390BF8B8317}" dt="2025-10-30T20:22:15.792" v="0"/>
          <pc:sldLayoutMkLst>
            <pc:docMk/>
            <pc:sldMasterMk cId="1714469985" sldId="2147483721"/>
            <pc:sldLayoutMk cId="1713966660" sldId="2147483720"/>
          </pc:sldLayoutMkLst>
        </pc:sldLayoutChg>
      </pc:sldMasterChg>
      <pc:sldMasterChg chg="add del addSldLayout delSldLayout modSldLayout">
        <pc:chgData name="Ryqir Haden" userId="S::rhaden@nmsu.edu::3ddcd1dd-667d-41b0-99fa-feafd76c681f" providerId="AD" clId="Web-{9E15385B-3FFD-D3C4-436A-D390BF8B8317}" dt="2025-10-30T20:22:18.495" v="1"/>
        <pc:sldMasterMkLst>
          <pc:docMk/>
          <pc:sldMasterMk cId="1029424565" sldId="2147483722"/>
        </pc:sldMasterMkLst>
        <pc:sldLayoutChg chg="add del mod replId">
          <pc:chgData name="Ryqir Haden" userId="S::rhaden@nmsu.edu::3ddcd1dd-667d-41b0-99fa-feafd76c681f" providerId="AD" clId="Web-{9E15385B-3FFD-D3C4-436A-D390BF8B8317}" dt="2025-10-30T20:22:18.495" v="1"/>
          <pc:sldLayoutMkLst>
            <pc:docMk/>
            <pc:sldMasterMk cId="1029424565" sldId="2147483722"/>
            <pc:sldLayoutMk cId="4280554242" sldId="2147483723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18.495" v="1"/>
          <pc:sldLayoutMkLst>
            <pc:docMk/>
            <pc:sldMasterMk cId="1029424565" sldId="2147483722"/>
            <pc:sldLayoutMk cId="3499630510" sldId="2147483724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18.495" v="1"/>
          <pc:sldLayoutMkLst>
            <pc:docMk/>
            <pc:sldMasterMk cId="1029424565" sldId="2147483722"/>
            <pc:sldLayoutMk cId="3582212066" sldId="2147483725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18.495" v="1"/>
          <pc:sldLayoutMkLst>
            <pc:docMk/>
            <pc:sldMasterMk cId="1029424565" sldId="2147483722"/>
            <pc:sldLayoutMk cId="2869438659" sldId="2147483726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18.495" v="1"/>
          <pc:sldLayoutMkLst>
            <pc:docMk/>
            <pc:sldMasterMk cId="1029424565" sldId="2147483722"/>
            <pc:sldLayoutMk cId="272813477" sldId="2147483727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18.495" v="1"/>
          <pc:sldLayoutMkLst>
            <pc:docMk/>
            <pc:sldMasterMk cId="1029424565" sldId="2147483722"/>
            <pc:sldLayoutMk cId="422787377" sldId="2147483728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18.495" v="1"/>
          <pc:sldLayoutMkLst>
            <pc:docMk/>
            <pc:sldMasterMk cId="1029424565" sldId="2147483722"/>
            <pc:sldLayoutMk cId="2926297962" sldId="2147483729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18.495" v="1"/>
          <pc:sldLayoutMkLst>
            <pc:docMk/>
            <pc:sldMasterMk cId="1029424565" sldId="2147483722"/>
            <pc:sldLayoutMk cId="2609930954" sldId="2147483730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18.495" v="1"/>
          <pc:sldLayoutMkLst>
            <pc:docMk/>
            <pc:sldMasterMk cId="1029424565" sldId="2147483722"/>
            <pc:sldLayoutMk cId="3946534405" sldId="2147483731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18.495" v="1"/>
          <pc:sldLayoutMkLst>
            <pc:docMk/>
            <pc:sldMasterMk cId="1029424565" sldId="2147483722"/>
            <pc:sldLayoutMk cId="1460196560" sldId="2147483732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18.495" v="1"/>
          <pc:sldLayoutMkLst>
            <pc:docMk/>
            <pc:sldMasterMk cId="1029424565" sldId="2147483722"/>
            <pc:sldLayoutMk cId="105672034" sldId="2147483733"/>
          </pc:sldLayoutMkLst>
        </pc:sldLayoutChg>
      </pc:sldMasterChg>
      <pc:sldMasterChg chg="add del addSldLayout delSldLayout modSldLayout">
        <pc:chgData name="Ryqir Haden" userId="S::rhaden@nmsu.edu::3ddcd1dd-667d-41b0-99fa-feafd76c681f" providerId="AD" clId="Web-{9E15385B-3FFD-D3C4-436A-D390BF8B8317}" dt="2025-10-30T20:22:26.652" v="2"/>
        <pc:sldMasterMkLst>
          <pc:docMk/>
          <pc:sldMasterMk cId="4130772659" sldId="2147483734"/>
        </pc:sldMasterMkLst>
        <pc:sldLayoutChg chg="add del mod replId">
          <pc:chgData name="Ryqir Haden" userId="S::rhaden@nmsu.edu::3ddcd1dd-667d-41b0-99fa-feafd76c681f" providerId="AD" clId="Web-{9E15385B-3FFD-D3C4-436A-D390BF8B8317}" dt="2025-10-30T20:22:26.652" v="2"/>
          <pc:sldLayoutMkLst>
            <pc:docMk/>
            <pc:sldMasterMk cId="4130772659" sldId="2147483734"/>
            <pc:sldLayoutMk cId="484738155" sldId="2147483735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26.652" v="2"/>
          <pc:sldLayoutMkLst>
            <pc:docMk/>
            <pc:sldMasterMk cId="4130772659" sldId="2147483734"/>
            <pc:sldLayoutMk cId="1361305346" sldId="2147483736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26.652" v="2"/>
          <pc:sldLayoutMkLst>
            <pc:docMk/>
            <pc:sldMasterMk cId="4130772659" sldId="2147483734"/>
            <pc:sldLayoutMk cId="4048037503" sldId="2147483737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26.652" v="2"/>
          <pc:sldLayoutMkLst>
            <pc:docMk/>
            <pc:sldMasterMk cId="4130772659" sldId="2147483734"/>
            <pc:sldLayoutMk cId="728792642" sldId="2147483738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26.652" v="2"/>
          <pc:sldLayoutMkLst>
            <pc:docMk/>
            <pc:sldMasterMk cId="4130772659" sldId="2147483734"/>
            <pc:sldLayoutMk cId="1648941090" sldId="2147483739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26.652" v="2"/>
          <pc:sldLayoutMkLst>
            <pc:docMk/>
            <pc:sldMasterMk cId="4130772659" sldId="2147483734"/>
            <pc:sldLayoutMk cId="1390424561" sldId="2147483740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26.652" v="2"/>
          <pc:sldLayoutMkLst>
            <pc:docMk/>
            <pc:sldMasterMk cId="4130772659" sldId="2147483734"/>
            <pc:sldLayoutMk cId="3625323921" sldId="2147483741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26.652" v="2"/>
          <pc:sldLayoutMkLst>
            <pc:docMk/>
            <pc:sldMasterMk cId="4130772659" sldId="2147483734"/>
            <pc:sldLayoutMk cId="1192336368" sldId="2147483742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26.652" v="2"/>
          <pc:sldLayoutMkLst>
            <pc:docMk/>
            <pc:sldMasterMk cId="4130772659" sldId="2147483734"/>
            <pc:sldLayoutMk cId="3713219937" sldId="2147483743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26.652" v="2"/>
          <pc:sldLayoutMkLst>
            <pc:docMk/>
            <pc:sldMasterMk cId="4130772659" sldId="2147483734"/>
            <pc:sldLayoutMk cId="1557046507" sldId="2147483744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26.652" v="2"/>
          <pc:sldLayoutMkLst>
            <pc:docMk/>
            <pc:sldMasterMk cId="4130772659" sldId="2147483734"/>
            <pc:sldLayoutMk cId="1257306972" sldId="2147483745"/>
          </pc:sldLayoutMkLst>
        </pc:sldLayoutChg>
      </pc:sldMasterChg>
      <pc:sldMasterChg chg="add del addSldLayout delSldLayout modSldLayout">
        <pc:chgData name="Ryqir Haden" userId="S::rhaden@nmsu.edu::3ddcd1dd-667d-41b0-99fa-feafd76c681f" providerId="AD" clId="Web-{9E15385B-3FFD-D3C4-436A-D390BF8B8317}" dt="2025-10-30T20:22:35.417" v="3"/>
        <pc:sldMasterMkLst>
          <pc:docMk/>
          <pc:sldMasterMk cId="3978883499" sldId="2147483746"/>
        </pc:sldMasterMkLst>
        <pc:sldLayoutChg chg="add del mod replId">
          <pc:chgData name="Ryqir Haden" userId="S::rhaden@nmsu.edu::3ddcd1dd-667d-41b0-99fa-feafd76c681f" providerId="AD" clId="Web-{9E15385B-3FFD-D3C4-436A-D390BF8B8317}" dt="2025-10-30T20:22:35.417" v="3"/>
          <pc:sldLayoutMkLst>
            <pc:docMk/>
            <pc:sldMasterMk cId="3978883499" sldId="2147483746"/>
            <pc:sldLayoutMk cId="2775228630" sldId="2147483747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35.417" v="3"/>
          <pc:sldLayoutMkLst>
            <pc:docMk/>
            <pc:sldMasterMk cId="3978883499" sldId="2147483746"/>
            <pc:sldLayoutMk cId="2394697511" sldId="2147483748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35.417" v="3"/>
          <pc:sldLayoutMkLst>
            <pc:docMk/>
            <pc:sldMasterMk cId="3978883499" sldId="2147483746"/>
            <pc:sldLayoutMk cId="127484654" sldId="2147483749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35.417" v="3"/>
          <pc:sldLayoutMkLst>
            <pc:docMk/>
            <pc:sldMasterMk cId="3978883499" sldId="2147483746"/>
            <pc:sldLayoutMk cId="802699744" sldId="2147483750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35.417" v="3"/>
          <pc:sldLayoutMkLst>
            <pc:docMk/>
            <pc:sldMasterMk cId="3978883499" sldId="2147483746"/>
            <pc:sldLayoutMk cId="1548272164" sldId="2147483751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35.417" v="3"/>
          <pc:sldLayoutMkLst>
            <pc:docMk/>
            <pc:sldMasterMk cId="3978883499" sldId="2147483746"/>
            <pc:sldLayoutMk cId="2581333035" sldId="2147483752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35.417" v="3"/>
          <pc:sldLayoutMkLst>
            <pc:docMk/>
            <pc:sldMasterMk cId="3978883499" sldId="2147483746"/>
            <pc:sldLayoutMk cId="3155167052" sldId="2147483753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35.417" v="3"/>
          <pc:sldLayoutMkLst>
            <pc:docMk/>
            <pc:sldMasterMk cId="3978883499" sldId="2147483746"/>
            <pc:sldLayoutMk cId="2145056538" sldId="2147483754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35.417" v="3"/>
          <pc:sldLayoutMkLst>
            <pc:docMk/>
            <pc:sldMasterMk cId="3978883499" sldId="2147483746"/>
            <pc:sldLayoutMk cId="872250696" sldId="2147483755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35.417" v="3"/>
          <pc:sldLayoutMkLst>
            <pc:docMk/>
            <pc:sldMasterMk cId="3978883499" sldId="2147483746"/>
            <pc:sldLayoutMk cId="2590444570" sldId="2147483756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35.417" v="3"/>
          <pc:sldLayoutMkLst>
            <pc:docMk/>
            <pc:sldMasterMk cId="3978883499" sldId="2147483746"/>
            <pc:sldLayoutMk cId="3668783143" sldId="2147483757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35.417" v="3"/>
          <pc:sldLayoutMkLst>
            <pc:docMk/>
            <pc:sldMasterMk cId="3978883499" sldId="2147483746"/>
            <pc:sldLayoutMk cId="1175250201" sldId="2147483758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35.417" v="3"/>
          <pc:sldLayoutMkLst>
            <pc:docMk/>
            <pc:sldMasterMk cId="3978883499" sldId="2147483746"/>
            <pc:sldLayoutMk cId="4064211538" sldId="2147483759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35.417" v="3"/>
          <pc:sldLayoutMkLst>
            <pc:docMk/>
            <pc:sldMasterMk cId="3978883499" sldId="2147483746"/>
            <pc:sldLayoutMk cId="2522043077" sldId="2147483760"/>
          </pc:sldLayoutMkLst>
        </pc:sldLayoutChg>
      </pc:sldMasterChg>
      <pc:sldMasterChg chg="add del addSldLayout delSldLayout modSldLayout">
        <pc:chgData name="Ryqir Haden" userId="S::rhaden@nmsu.edu::3ddcd1dd-667d-41b0-99fa-feafd76c681f" providerId="AD" clId="Web-{9E15385B-3FFD-D3C4-436A-D390BF8B8317}" dt="2025-10-30T20:22:44.058" v="4"/>
        <pc:sldMasterMkLst>
          <pc:docMk/>
          <pc:sldMasterMk cId="546299539" sldId="2147483761"/>
        </pc:sldMasterMkLst>
        <pc:sldLayoutChg chg="add del mod replId">
          <pc:chgData name="Ryqir Haden" userId="S::rhaden@nmsu.edu::3ddcd1dd-667d-41b0-99fa-feafd76c681f" providerId="AD" clId="Web-{9E15385B-3FFD-D3C4-436A-D390BF8B8317}" dt="2025-10-30T20:22:44.058" v="4"/>
          <pc:sldLayoutMkLst>
            <pc:docMk/>
            <pc:sldMasterMk cId="546299539" sldId="2147483761"/>
            <pc:sldLayoutMk cId="1749310028" sldId="2147483762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44.058" v="4"/>
          <pc:sldLayoutMkLst>
            <pc:docMk/>
            <pc:sldMasterMk cId="546299539" sldId="2147483761"/>
            <pc:sldLayoutMk cId="4284898139" sldId="2147483763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44.058" v="4"/>
          <pc:sldLayoutMkLst>
            <pc:docMk/>
            <pc:sldMasterMk cId="546299539" sldId="2147483761"/>
            <pc:sldLayoutMk cId="89692021" sldId="2147483764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44.058" v="4"/>
          <pc:sldLayoutMkLst>
            <pc:docMk/>
            <pc:sldMasterMk cId="546299539" sldId="2147483761"/>
            <pc:sldLayoutMk cId="3515573250" sldId="2147483765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44.058" v="4"/>
          <pc:sldLayoutMkLst>
            <pc:docMk/>
            <pc:sldMasterMk cId="546299539" sldId="2147483761"/>
            <pc:sldLayoutMk cId="2902057263" sldId="2147483766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44.058" v="4"/>
          <pc:sldLayoutMkLst>
            <pc:docMk/>
            <pc:sldMasterMk cId="546299539" sldId="2147483761"/>
            <pc:sldLayoutMk cId="3892715961" sldId="2147483767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44.058" v="4"/>
          <pc:sldLayoutMkLst>
            <pc:docMk/>
            <pc:sldMasterMk cId="546299539" sldId="2147483761"/>
            <pc:sldLayoutMk cId="388481241" sldId="2147483768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44.058" v="4"/>
          <pc:sldLayoutMkLst>
            <pc:docMk/>
            <pc:sldMasterMk cId="546299539" sldId="2147483761"/>
            <pc:sldLayoutMk cId="1727446025" sldId="2147483769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44.058" v="4"/>
          <pc:sldLayoutMkLst>
            <pc:docMk/>
            <pc:sldMasterMk cId="546299539" sldId="2147483761"/>
            <pc:sldLayoutMk cId="2782441230" sldId="2147483770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44.058" v="4"/>
          <pc:sldLayoutMkLst>
            <pc:docMk/>
            <pc:sldMasterMk cId="546299539" sldId="2147483761"/>
            <pc:sldLayoutMk cId="2870420398" sldId="2147483771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44.058" v="4"/>
          <pc:sldLayoutMkLst>
            <pc:docMk/>
            <pc:sldMasterMk cId="546299539" sldId="2147483761"/>
            <pc:sldLayoutMk cId="1231670098" sldId="2147483772"/>
          </pc:sldLayoutMkLst>
        </pc:sldLayoutChg>
      </pc:sldMasterChg>
      <pc:sldMasterChg chg="add del addSldLayout delSldLayout modSldLayout">
        <pc:chgData name="Ryqir Haden" userId="S::rhaden@nmsu.edu::3ddcd1dd-667d-41b0-99fa-feafd76c681f" providerId="AD" clId="Web-{9E15385B-3FFD-D3C4-436A-D390BF8B8317}" dt="2025-10-30T20:22:51.527" v="5"/>
        <pc:sldMasterMkLst>
          <pc:docMk/>
          <pc:sldMasterMk cId="3561053168" sldId="2147483773"/>
        </pc:sldMasterMkLst>
        <pc:sldLayoutChg chg="add del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561053168" sldId="2147483773"/>
            <pc:sldLayoutMk cId="2153316204" sldId="2147483774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561053168" sldId="2147483773"/>
            <pc:sldLayoutMk cId="3469471880" sldId="2147483775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561053168" sldId="2147483773"/>
            <pc:sldLayoutMk cId="772563035" sldId="2147483776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561053168" sldId="2147483773"/>
            <pc:sldLayoutMk cId="939254168" sldId="2147483777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561053168" sldId="2147483773"/>
            <pc:sldLayoutMk cId="20155154" sldId="2147483778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561053168" sldId="2147483773"/>
            <pc:sldLayoutMk cId="4176619507" sldId="2147483779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561053168" sldId="2147483773"/>
            <pc:sldLayoutMk cId="289588080" sldId="2147483780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561053168" sldId="2147483773"/>
            <pc:sldLayoutMk cId="2265902302" sldId="2147483781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561053168" sldId="2147483773"/>
            <pc:sldLayoutMk cId="2730460453" sldId="2147483782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561053168" sldId="2147483773"/>
            <pc:sldLayoutMk cId="189606835" sldId="2147483783"/>
          </pc:sldLayoutMkLst>
        </pc:sldLayoutChg>
        <pc:sldLayoutChg chg="add del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561053168" sldId="2147483773"/>
            <pc:sldLayoutMk cId="3538891266" sldId="2147483784"/>
          </pc:sldLayoutMkLst>
        </pc:sldLayoutChg>
      </pc:sldMasterChg>
      <pc:sldMasterChg chg="add addSldLayout modSldLayout">
        <pc:chgData name="Ryqir Haden" userId="S::rhaden@nmsu.edu::3ddcd1dd-667d-41b0-99fa-feafd76c681f" providerId="AD" clId="Web-{9E15385B-3FFD-D3C4-436A-D390BF8B8317}" dt="2025-10-30T20:22:51.527" v="5"/>
        <pc:sldMasterMkLst>
          <pc:docMk/>
          <pc:sldMasterMk cId="3045845251" sldId="2147483785"/>
        </pc:sldMasterMkLst>
        <pc:sldLayoutChg chg="add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045845251" sldId="2147483785"/>
            <pc:sldLayoutMk cId="2093664853" sldId="2147483786"/>
          </pc:sldLayoutMkLst>
        </pc:sldLayoutChg>
        <pc:sldLayoutChg chg="add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045845251" sldId="2147483785"/>
            <pc:sldLayoutMk cId="1886825051" sldId="2147483787"/>
          </pc:sldLayoutMkLst>
        </pc:sldLayoutChg>
        <pc:sldLayoutChg chg="add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045845251" sldId="2147483785"/>
            <pc:sldLayoutMk cId="2084777669" sldId="2147483788"/>
          </pc:sldLayoutMkLst>
        </pc:sldLayoutChg>
        <pc:sldLayoutChg chg="add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045845251" sldId="2147483785"/>
            <pc:sldLayoutMk cId="1949789088" sldId="2147483789"/>
          </pc:sldLayoutMkLst>
        </pc:sldLayoutChg>
        <pc:sldLayoutChg chg="add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045845251" sldId="2147483785"/>
            <pc:sldLayoutMk cId="2013970863" sldId="2147483790"/>
          </pc:sldLayoutMkLst>
        </pc:sldLayoutChg>
        <pc:sldLayoutChg chg="add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045845251" sldId="2147483785"/>
            <pc:sldLayoutMk cId="3699603838" sldId="2147483791"/>
          </pc:sldLayoutMkLst>
        </pc:sldLayoutChg>
        <pc:sldLayoutChg chg="add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045845251" sldId="2147483785"/>
            <pc:sldLayoutMk cId="2423447736" sldId="2147483792"/>
          </pc:sldLayoutMkLst>
        </pc:sldLayoutChg>
        <pc:sldLayoutChg chg="add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045845251" sldId="2147483785"/>
            <pc:sldLayoutMk cId="3102929040" sldId="2147483793"/>
          </pc:sldLayoutMkLst>
        </pc:sldLayoutChg>
        <pc:sldLayoutChg chg="add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045845251" sldId="2147483785"/>
            <pc:sldLayoutMk cId="470244548" sldId="2147483794"/>
          </pc:sldLayoutMkLst>
        </pc:sldLayoutChg>
        <pc:sldLayoutChg chg="add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045845251" sldId="2147483785"/>
            <pc:sldLayoutMk cId="3451497170" sldId="2147483795"/>
          </pc:sldLayoutMkLst>
        </pc:sldLayoutChg>
        <pc:sldLayoutChg chg="add mod replId">
          <pc:chgData name="Ryqir Haden" userId="S::rhaden@nmsu.edu::3ddcd1dd-667d-41b0-99fa-feafd76c681f" providerId="AD" clId="Web-{9E15385B-3FFD-D3C4-436A-D390BF8B8317}" dt="2025-10-30T20:22:51.527" v="5"/>
          <pc:sldLayoutMkLst>
            <pc:docMk/>
            <pc:sldMasterMk cId="3045845251" sldId="2147483785"/>
            <pc:sldLayoutMk cId="2940562042" sldId="2147483796"/>
          </pc:sldLayoutMkLst>
        </pc:sldLayoutChg>
      </pc:sldMasterChg>
    </pc:docChg>
  </pc:docChgLst>
  <pc:docChgLst>
    <pc:chgData name="Ryqir Haden" userId="S::rhaden@nmsu.edu::3ddcd1dd-667d-41b0-99fa-feafd76c681f" providerId="AD" clId="Web-{EFF6B8C6-5BF0-C0A0-C23D-8C2C675CF13D}"/>
    <pc:docChg chg="addSld modSld sldOrd">
      <pc:chgData name="Ryqir Haden" userId="S::rhaden@nmsu.edu::3ddcd1dd-667d-41b0-99fa-feafd76c681f" providerId="AD" clId="Web-{EFF6B8C6-5BF0-C0A0-C23D-8C2C675CF13D}" dt="2025-10-30T03:01:48.188" v="67" actId="20577"/>
      <pc:docMkLst>
        <pc:docMk/>
      </pc:docMkLst>
      <pc:sldChg chg="delSp modSp add replId">
        <pc:chgData name="Ryqir Haden" userId="S::rhaden@nmsu.edu::3ddcd1dd-667d-41b0-99fa-feafd76c681f" providerId="AD" clId="Web-{EFF6B8C6-5BF0-C0A0-C23D-8C2C675CF13D}" dt="2025-10-30T03:00:47.278" v="27" actId="14100"/>
        <pc:sldMkLst>
          <pc:docMk/>
          <pc:sldMk cId="563162969" sldId="257"/>
        </pc:sldMkLst>
        <pc:spChg chg="mod">
          <ac:chgData name="Ryqir Haden" userId="S::rhaden@nmsu.edu::3ddcd1dd-667d-41b0-99fa-feafd76c681f" providerId="AD" clId="Web-{EFF6B8C6-5BF0-C0A0-C23D-8C2C675CF13D}" dt="2025-10-30T03:00:47.278" v="27" actId="14100"/>
          <ac:spMkLst>
            <pc:docMk/>
            <pc:sldMk cId="563162969" sldId="257"/>
            <ac:spMk id="3" creationId="{0284193E-30A3-59F4-51B5-EF16D45997DD}"/>
          </ac:spMkLst>
        </pc:spChg>
        <pc:spChg chg="del">
          <ac:chgData name="Ryqir Haden" userId="S::rhaden@nmsu.edu::3ddcd1dd-667d-41b0-99fa-feafd76c681f" providerId="AD" clId="Web-{EFF6B8C6-5BF0-C0A0-C23D-8C2C675CF13D}" dt="2025-10-30T03:00:12.059" v="5"/>
          <ac:spMkLst>
            <pc:docMk/>
            <pc:sldMk cId="563162969" sldId="257"/>
            <ac:spMk id="6" creationId="{173C3A93-0878-9A4F-A55A-63EB4CBD5BC0}"/>
          </ac:spMkLst>
        </pc:spChg>
        <pc:spChg chg="del mod">
          <ac:chgData name="Ryqir Haden" userId="S::rhaden@nmsu.edu::3ddcd1dd-667d-41b0-99fa-feafd76c681f" providerId="AD" clId="Web-{EFF6B8C6-5BF0-C0A0-C23D-8C2C675CF13D}" dt="2025-10-30T03:00:09.137" v="4"/>
          <ac:spMkLst>
            <pc:docMk/>
            <pc:sldMk cId="563162969" sldId="257"/>
            <ac:spMk id="7" creationId="{57F36FFC-40CD-50D3-1958-4A67DAFEBA36}"/>
          </ac:spMkLst>
        </pc:spChg>
        <pc:spChg chg="del">
          <ac:chgData name="Ryqir Haden" userId="S::rhaden@nmsu.edu::3ddcd1dd-667d-41b0-99fa-feafd76c681f" providerId="AD" clId="Web-{EFF6B8C6-5BF0-C0A0-C23D-8C2C675CF13D}" dt="2025-10-30T03:00:14.871" v="6"/>
          <ac:spMkLst>
            <pc:docMk/>
            <pc:sldMk cId="563162969" sldId="257"/>
            <ac:spMk id="10" creationId="{C4EAAB9E-A5A4-15BA-DF98-F68B39336B3E}"/>
          </ac:spMkLst>
        </pc:spChg>
        <pc:spChg chg="del mod">
          <ac:chgData name="Ryqir Haden" userId="S::rhaden@nmsu.edu::3ddcd1dd-667d-41b0-99fa-feafd76c681f" providerId="AD" clId="Web-{EFF6B8C6-5BF0-C0A0-C23D-8C2C675CF13D}" dt="2025-10-30T03:00:16.309" v="8"/>
          <ac:spMkLst>
            <pc:docMk/>
            <pc:sldMk cId="563162969" sldId="257"/>
            <ac:spMk id="11" creationId="{8D4A6FAA-65E3-99DA-1581-33507B91C69D}"/>
          </ac:spMkLst>
        </pc:spChg>
      </pc:sldChg>
      <pc:sldChg chg="modSp add replId">
        <pc:chgData name="Ryqir Haden" userId="S::rhaden@nmsu.edu::3ddcd1dd-667d-41b0-99fa-feafd76c681f" providerId="AD" clId="Web-{EFF6B8C6-5BF0-C0A0-C23D-8C2C675CF13D}" dt="2025-10-30T03:01:05.513" v="47" actId="14100"/>
        <pc:sldMkLst>
          <pc:docMk/>
          <pc:sldMk cId="3245718212" sldId="258"/>
        </pc:sldMkLst>
        <pc:spChg chg="mod">
          <ac:chgData name="Ryqir Haden" userId="S::rhaden@nmsu.edu::3ddcd1dd-667d-41b0-99fa-feafd76c681f" providerId="AD" clId="Web-{EFF6B8C6-5BF0-C0A0-C23D-8C2C675CF13D}" dt="2025-10-30T03:01:05.513" v="47" actId="14100"/>
          <ac:spMkLst>
            <pc:docMk/>
            <pc:sldMk cId="3245718212" sldId="258"/>
            <ac:spMk id="3" creationId="{6EA7422E-C272-5E9E-C399-DCBDA8355D62}"/>
          </ac:spMkLst>
        </pc:spChg>
      </pc:sldChg>
      <pc:sldChg chg="modSp add ord replId">
        <pc:chgData name="Ryqir Haden" userId="S::rhaden@nmsu.edu::3ddcd1dd-667d-41b0-99fa-feafd76c681f" providerId="AD" clId="Web-{EFF6B8C6-5BF0-C0A0-C23D-8C2C675CF13D}" dt="2025-10-30T03:01:37.453" v="60"/>
        <pc:sldMkLst>
          <pc:docMk/>
          <pc:sldMk cId="3958353374" sldId="259"/>
        </pc:sldMkLst>
        <pc:spChg chg="mod">
          <ac:chgData name="Ryqir Haden" userId="S::rhaden@nmsu.edu::3ddcd1dd-667d-41b0-99fa-feafd76c681f" providerId="AD" clId="Web-{EFF6B8C6-5BF0-C0A0-C23D-8C2C675CF13D}" dt="2025-10-30T03:01:30.764" v="58" actId="14100"/>
          <ac:spMkLst>
            <pc:docMk/>
            <pc:sldMk cId="3958353374" sldId="259"/>
            <ac:spMk id="3" creationId="{9EBB4220-C84E-96C1-90D5-1D5B3556F42C}"/>
          </ac:spMkLst>
        </pc:spChg>
      </pc:sldChg>
      <pc:sldChg chg="modSp add replId">
        <pc:chgData name="Ryqir Haden" userId="S::rhaden@nmsu.edu::3ddcd1dd-667d-41b0-99fa-feafd76c681f" providerId="AD" clId="Web-{EFF6B8C6-5BF0-C0A0-C23D-8C2C675CF13D}" dt="2025-10-30T03:01:48.188" v="67" actId="20577"/>
        <pc:sldMkLst>
          <pc:docMk/>
          <pc:sldMk cId="1267123813" sldId="260"/>
        </pc:sldMkLst>
        <pc:spChg chg="mod">
          <ac:chgData name="Ryqir Haden" userId="S::rhaden@nmsu.edu::3ddcd1dd-667d-41b0-99fa-feafd76c681f" providerId="AD" clId="Web-{EFF6B8C6-5BF0-C0A0-C23D-8C2C675CF13D}" dt="2025-10-30T03:01:48.188" v="67" actId="20577"/>
          <ac:spMkLst>
            <pc:docMk/>
            <pc:sldMk cId="1267123813" sldId="260"/>
            <ac:spMk id="3" creationId="{09C5F70D-03A7-B66F-1E97-C4DFE00F74D6}"/>
          </ac:spMkLst>
        </pc:spChg>
      </pc:sldChg>
    </pc:docChg>
  </pc:docChgLst>
  <pc:docChgLst>
    <pc:chgData name="Ryqir Haden" userId="3ddcd1dd-667d-41b0-99fa-feafd76c681f" providerId="ADAL" clId="{257FFF8D-48F4-37AD-A0F9-D9D270F0AE75}"/>
    <pc:docChg chg="addSld">
      <pc:chgData name="Ryqir Haden" userId="3ddcd1dd-667d-41b0-99fa-feafd76c681f" providerId="ADAL" clId="{257FFF8D-48F4-37AD-A0F9-D9D270F0AE75}" dt="2025-10-30T03:48:57.772" v="0" actId="680"/>
      <pc:docMkLst>
        <pc:docMk/>
      </pc:docMkLst>
      <pc:sldChg chg="new">
        <pc:chgData name="Ryqir Haden" userId="3ddcd1dd-667d-41b0-99fa-feafd76c681f" providerId="ADAL" clId="{257FFF8D-48F4-37AD-A0F9-D9D270F0AE75}" dt="2025-10-30T03:48:57.772" v="0" actId="680"/>
        <pc:sldMkLst>
          <pc:docMk/>
          <pc:sldMk cId="120646739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664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825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777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789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970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603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447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929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244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7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562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845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66C66D-90A9-644F-FFD7-E8AD6A7A2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12" y="1010567"/>
            <a:ext cx="3524129" cy="914751"/>
          </a:xfrm>
        </p:spPr>
        <p:txBody>
          <a:bodyPr/>
          <a:lstStyle/>
          <a:p>
            <a:pPr algn="ctr">
              <a:spcBef>
                <a:spcPts val="1200"/>
              </a:spcBef>
            </a:pPr>
            <a:r>
              <a:rPr lang="en-US" sz="2500" b="1" dirty="0">
                <a:solidFill>
                  <a:schemeClr val="tx1"/>
                </a:solidFill>
                <a:latin typeface="Century Gothic"/>
              </a:rPr>
              <a:t>Required Equipment</a:t>
            </a:r>
          </a:p>
          <a:p>
            <a:pPr algn="ctr"/>
            <a:endParaRPr lang="en-US" dirty="0">
              <a:latin typeface="Century Gothic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2399AC-376B-E207-145D-C67046B069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spcBef>
                <a:spcPts val="1200"/>
              </a:spcBef>
              <a:buNone/>
            </a:pPr>
            <a:endParaRPr lang="en-US" sz="2500" b="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95D6FB-9DCB-848C-D0B2-771351C7C5E0}"/>
              </a:ext>
            </a:extLst>
          </p:cNvPr>
          <p:cNvSpPr txBox="1"/>
          <p:nvPr/>
        </p:nvSpPr>
        <p:spPr>
          <a:xfrm>
            <a:off x="3672511" y="1121451"/>
            <a:ext cx="3688718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Health &amp; Safety Items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PPE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solidFill>
                  <a:srgbClr val="000000"/>
                </a:solidFill>
              </a:rPr>
              <a:t>Clothes fit for a desert environment.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First Aid Kit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solidFill>
                  <a:srgbClr val="000000"/>
                </a:solidFill>
              </a:rPr>
              <a:t>Specialized treatments for heat exhaustion and dehydration.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Personal Care Items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solidFill>
                  <a:srgbClr val="000000"/>
                </a:solidFill>
              </a:rPr>
              <a:t>Per discretion of individual.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4F3160-0787-B849-2619-1FF192661AE2}"/>
              </a:ext>
            </a:extLst>
          </p:cNvPr>
          <p:cNvSpPr txBox="1"/>
          <p:nvPr/>
        </p:nvSpPr>
        <p:spPr>
          <a:xfrm>
            <a:off x="7337460" y="1123798"/>
            <a:ext cx="4783664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Communications Items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Satellite Phone vs. Satellite Communicator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solidFill>
                  <a:srgbClr val="000000"/>
                </a:solidFill>
              </a:rPr>
              <a:t>Quantity? Price? Usage?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Personal Locator Beacon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solidFill>
                  <a:srgbClr val="000000"/>
                </a:solidFill>
              </a:rPr>
              <a:t>Necessary for our situation?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High-Frequency Radios (HAM License)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CF9D05-95D0-2948-3BF1-B6A133C833A6}"/>
              </a:ext>
            </a:extLst>
          </p:cNvPr>
          <p:cNvSpPr txBox="1"/>
          <p:nvPr/>
        </p:nvSpPr>
        <p:spPr>
          <a:xfrm>
            <a:off x="165614" y="1807959"/>
            <a:ext cx="29948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5E3CEA-3474-D5FE-C4E8-12E150A50F52}"/>
              </a:ext>
            </a:extLst>
          </p:cNvPr>
          <p:cNvSpPr txBox="1"/>
          <p:nvPr/>
        </p:nvSpPr>
        <p:spPr>
          <a:xfrm>
            <a:off x="162110" y="1693831"/>
            <a:ext cx="304678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 This category covers all equipment related to the safety of our team, including group and personal necessities.</a:t>
            </a:r>
          </a:p>
          <a:p>
            <a:endParaRPr lang="en-US" dirty="0"/>
          </a:p>
          <a:p>
            <a:r>
              <a:rPr lang="en-US" dirty="0"/>
              <a:t>​ The topics have been simplified but my research paper covers an extensive list for each category. 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4D8B69-8A22-5D98-0A7A-8B57ADB67D88}"/>
              </a:ext>
            </a:extLst>
          </p:cNvPr>
          <p:cNvSpPr txBox="1"/>
          <p:nvPr/>
        </p:nvSpPr>
        <p:spPr>
          <a:xfrm>
            <a:off x="3676135" y="4015946"/>
            <a:ext cx="4015946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Corbel"/>
                <a:ea typeface="Arial"/>
                <a:cs typeface="Arial"/>
              </a:rPr>
              <a:t>Food &amp; Shelter Items</a:t>
            </a:r>
            <a:r>
              <a:rPr lang="en-US" sz="2000" dirty="0">
                <a:latin typeface="Corbel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dirty="0">
                <a:latin typeface="Corbel"/>
                <a:ea typeface="Arial"/>
                <a:cs typeface="Arial"/>
              </a:rPr>
              <a:t>Tents</a:t>
            </a:r>
            <a:endParaRPr lang="en-US" sz="1800" dirty="0">
              <a:latin typeface="Corbel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latin typeface="Corbel"/>
                <a:ea typeface="Arial"/>
                <a:cs typeface="Arial"/>
              </a:rPr>
              <a:t>Sleeping Bags</a:t>
            </a:r>
            <a:r>
              <a:rPr lang="en-US" sz="1800" dirty="0">
                <a:latin typeface="Corbel"/>
                <a:ea typeface="Arial"/>
                <a:cs typeface="Arial"/>
              </a:rPr>
              <a:t>​</a:t>
            </a:r>
            <a:endParaRPr lang="en-US" dirty="0"/>
          </a:p>
          <a:p>
            <a:pPr marL="285750" lvl="0" indent="-285750" rtl="0">
              <a:buFont typeface="Arial,Sans-Serif"/>
              <a:buChar char="•"/>
            </a:pPr>
            <a:r>
              <a:rPr lang="en-US" dirty="0">
                <a:latin typeface="Corbel"/>
                <a:ea typeface="Arial"/>
                <a:cs typeface="Arial"/>
              </a:rPr>
              <a:t>Water</a:t>
            </a:r>
            <a:endParaRPr lang="en-US" sz="1800" dirty="0">
              <a:latin typeface="Corbel"/>
              <a:ea typeface="Arial"/>
              <a:cs typeface="Arial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latin typeface="Corbel"/>
                <a:ea typeface="Arial"/>
                <a:cs typeface="Arial"/>
              </a:rPr>
              <a:t>At least 1Gal per person per day.</a:t>
            </a: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latin typeface="Corbel"/>
                <a:ea typeface="Arial"/>
                <a:cs typeface="Arial"/>
              </a:rPr>
              <a:t>Calorie Dense Foods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latin typeface="Corbel"/>
                <a:ea typeface="Arial"/>
                <a:cs typeface="Arial"/>
              </a:rPr>
              <a:t>Energy Bars, Nuts, Dried Fruits, Non-Perishable Items</a:t>
            </a:r>
            <a:r>
              <a:rPr lang="en-US" sz="1800" dirty="0">
                <a:latin typeface="Corbel"/>
                <a:ea typeface="Arial"/>
                <a:cs typeface="Arial"/>
              </a:rPr>
              <a:t>​</a:t>
            </a:r>
            <a:r>
              <a:rPr lang="en-US" dirty="0">
                <a:latin typeface="Corbel"/>
                <a:ea typeface="Arial"/>
                <a:cs typeface="Arial"/>
              </a:rPr>
              <a:t>.</a:t>
            </a:r>
            <a:endParaRPr lang="en-US" dirty="0"/>
          </a:p>
          <a:p>
            <a:pPr algn="ctr"/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0420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3F81C-FB65-6309-78BC-8445F397E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A0EC73-D04A-3BD8-C5BE-912E94E95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593" y="1247405"/>
            <a:ext cx="3524129" cy="914751"/>
          </a:xfrm>
        </p:spPr>
        <p:txBody>
          <a:bodyPr>
            <a:normAutofit fontScale="90000"/>
          </a:bodyPr>
          <a:lstStyle/>
          <a:p>
            <a:pPr algn="ctr">
              <a:spcBef>
                <a:spcPts val="1200"/>
              </a:spcBef>
            </a:pPr>
            <a:r>
              <a:rPr lang="en-US" sz="2500" b="1" dirty="0">
                <a:solidFill>
                  <a:schemeClr val="tx1"/>
                </a:solidFill>
                <a:latin typeface="Century Gothic"/>
              </a:rPr>
              <a:t>Required Permits</a:t>
            </a:r>
            <a:br>
              <a:rPr lang="en-US" sz="2500" b="1" dirty="0">
                <a:solidFill>
                  <a:schemeClr val="tx1"/>
                </a:solidFill>
                <a:latin typeface="Century Gothic"/>
              </a:rPr>
            </a:br>
            <a:r>
              <a:rPr lang="en-US" sz="2500" b="1" dirty="0">
                <a:solidFill>
                  <a:schemeClr val="tx1"/>
                </a:solidFill>
                <a:latin typeface="Century Gothic"/>
              </a:rPr>
              <a:t>&amp;</a:t>
            </a:r>
            <a:br>
              <a:rPr lang="en-US" sz="2500" b="1" dirty="0">
                <a:solidFill>
                  <a:schemeClr val="tx1"/>
                </a:solidFill>
                <a:latin typeface="Century Gothic"/>
              </a:rPr>
            </a:br>
            <a:r>
              <a:rPr lang="en-US" sz="2500" b="1" dirty="0">
                <a:solidFill>
                  <a:schemeClr val="tx1"/>
                </a:solidFill>
                <a:latin typeface="Century Gothic"/>
              </a:rPr>
              <a:t>Permissions</a:t>
            </a:r>
            <a:endParaRPr lang="en-US" sz="2500" b="1">
              <a:solidFill>
                <a:schemeClr val="tx1"/>
              </a:solidFill>
              <a:latin typeface="Century Gothic"/>
            </a:endParaRPr>
          </a:p>
          <a:p>
            <a:pPr algn="ctr"/>
            <a:endParaRPr lang="en-US" sz="2500" dirty="0">
              <a:latin typeface="Century Gothic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D3CE00-43A0-4220-D4C1-8102C2D01C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spcBef>
                <a:spcPts val="1200"/>
              </a:spcBef>
              <a:buNone/>
            </a:pPr>
            <a:endParaRPr lang="en-US" sz="2500" b="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2E250A-E8CC-9D3D-F0C7-1C2B7806CB81}"/>
              </a:ext>
            </a:extLst>
          </p:cNvPr>
          <p:cNvSpPr txBox="1"/>
          <p:nvPr/>
        </p:nvSpPr>
        <p:spPr>
          <a:xfrm>
            <a:off x="7337460" y="715189"/>
            <a:ext cx="4474447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NMSU IRB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Contact NMSU Office of Research Integrity and Compliance for further steps on the NMSU side.</a:t>
            </a:r>
          </a:p>
          <a:p>
            <a:pPr marL="285750" indent="-285750">
              <a:buFont typeface="Arial"/>
              <a:buChar char="•"/>
            </a:pPr>
            <a:r>
              <a:rPr lang="en-US" i="1" dirty="0">
                <a:solidFill>
                  <a:srgbClr val="000000"/>
                </a:solidFill>
              </a:rPr>
              <a:t>Multiple NMSU Websites are WIP, so lack of information regarding training and permissions.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NSU IRB needs to approve our research, and each member needs to undergo RCR training possibly.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Documented hazard evaluation? Risk training and online submission for research.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9F39EA-6A0E-30B7-687B-48EC73BD6A34}"/>
              </a:ext>
            </a:extLst>
          </p:cNvPr>
          <p:cNvSpPr txBox="1"/>
          <p:nvPr/>
        </p:nvSpPr>
        <p:spPr>
          <a:xfrm>
            <a:off x="165614" y="1807959"/>
            <a:ext cx="29948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36426A-74CA-AA46-F058-9C0427BF4972}"/>
              </a:ext>
            </a:extLst>
          </p:cNvPr>
          <p:cNvSpPr txBox="1"/>
          <p:nvPr/>
        </p:nvSpPr>
        <p:spPr>
          <a:xfrm>
            <a:off x="162110" y="2908912"/>
            <a:ext cx="3046781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All necessary permits and permissions required to conduct our research off-campus.</a:t>
            </a:r>
          </a:p>
          <a:p>
            <a:endParaRPr lang="en-US" dirty="0"/>
          </a:p>
          <a:p>
            <a:r>
              <a:rPr lang="en-US" dirty="0"/>
              <a:t>This includes the NMSU IRB Review Process and the training's NMSU might make mandatory.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6FDADC-826C-8B86-55A4-BF3707C8A6D1}"/>
              </a:ext>
            </a:extLst>
          </p:cNvPr>
          <p:cNvSpPr txBox="1"/>
          <p:nvPr/>
        </p:nvSpPr>
        <p:spPr>
          <a:xfrm>
            <a:off x="3633304" y="712304"/>
            <a:ext cx="3699566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Corbel"/>
                <a:ea typeface="Arial"/>
                <a:cs typeface="Arial"/>
              </a:rPr>
              <a:t>Research Permits</a:t>
            </a:r>
            <a:endParaRPr lang="en-US" sz="1800" dirty="0">
              <a:latin typeface="Corbel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latin typeface="Corbel"/>
                <a:ea typeface="Arial"/>
                <a:cs typeface="Arial"/>
              </a:rPr>
              <a:t>Depends on location of field testing.</a:t>
            </a: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latin typeface="Corbel"/>
                <a:ea typeface="Arial"/>
                <a:cs typeface="Arial"/>
              </a:rPr>
              <a:t>White Sands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latin typeface="Corbel"/>
                <a:ea typeface="Arial"/>
                <a:cs typeface="Arial"/>
              </a:rPr>
              <a:t>BLM Permit may not be necessary depending on the research coordinator's instruction.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latin typeface="Corbel"/>
                <a:ea typeface="Arial"/>
                <a:cs typeface="Arial"/>
              </a:rPr>
              <a:t>FAA/FCC Permit may be necessary depending on height and White Sands Rules.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latin typeface="Corbel"/>
                <a:ea typeface="Arial"/>
                <a:cs typeface="Arial"/>
              </a:rPr>
              <a:t>NPS Research Permit</a:t>
            </a:r>
          </a:p>
          <a:p>
            <a:pPr marL="1200150" lvl="2" indent="-285750">
              <a:buFont typeface="Wingdings"/>
              <a:buChar char="§"/>
            </a:pPr>
            <a:r>
              <a:rPr lang="en-US" dirty="0">
                <a:latin typeface="Corbel"/>
                <a:ea typeface="Arial"/>
                <a:cs typeface="Arial"/>
              </a:rPr>
              <a:t>Contact White Sands Research Coordinator for further information.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8B23E9-9120-99A8-5099-B585056A389E}"/>
              </a:ext>
            </a:extLst>
          </p:cNvPr>
          <p:cNvSpPr txBox="1"/>
          <p:nvPr/>
        </p:nvSpPr>
        <p:spPr>
          <a:xfrm>
            <a:off x="3633304" y="5074478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Corbel"/>
                <a:ea typeface="Arial"/>
                <a:cs typeface="Arial"/>
              </a:rPr>
              <a:t>All Permits</a:t>
            </a:r>
            <a:endParaRPr lang="en-US" sz="1800" b="1" dirty="0">
              <a:latin typeface="Corbel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latin typeface="Corbel"/>
                <a:ea typeface="Arial"/>
                <a:cs typeface="Arial"/>
              </a:rPr>
              <a:t>Must be printed and physically ready for research coordinators and proper authority channels recognize our ability to conduct research at our field-testing location.</a:t>
            </a:r>
            <a:endParaRPr lang="en-US" sz="1800" dirty="0">
              <a:latin typeface="Corbel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cs typeface="Arial"/>
              </a:rPr>
              <a:t>This does include NMSU permits, if necessary.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51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5EC62-5D08-0D96-CBBE-70EB6496B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802939-05E3-D31A-19F6-A0F93931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593" y="1247405"/>
            <a:ext cx="3524129" cy="914751"/>
          </a:xfrm>
        </p:spPr>
        <p:txBody>
          <a:bodyPr>
            <a:normAutofit/>
          </a:bodyPr>
          <a:lstStyle/>
          <a:p>
            <a:pPr algn="ctr">
              <a:spcBef>
                <a:spcPts val="1200"/>
              </a:spcBef>
            </a:pPr>
            <a:r>
              <a:rPr lang="en-US" sz="2500" b="1" dirty="0">
                <a:solidFill>
                  <a:schemeClr val="tx1"/>
                </a:solidFill>
                <a:latin typeface="Century Gothic"/>
              </a:rPr>
              <a:t>Emergency Action Plan</a:t>
            </a:r>
          </a:p>
          <a:p>
            <a:pPr algn="ctr"/>
            <a:endParaRPr lang="en-US" sz="2500" dirty="0">
              <a:latin typeface="Century Gothic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A9ED2-E945-90FE-FA93-3C26A5A8D9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spcBef>
                <a:spcPts val="1200"/>
              </a:spcBef>
              <a:buNone/>
            </a:pPr>
            <a:endParaRPr lang="en-US" sz="2500" b="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846F05-F4D9-01F5-9F84-44BD7AF2A9DD}"/>
              </a:ext>
            </a:extLst>
          </p:cNvPr>
          <p:cNvSpPr txBox="1"/>
          <p:nvPr/>
        </p:nvSpPr>
        <p:spPr>
          <a:xfrm>
            <a:off x="7337460" y="715189"/>
            <a:ext cx="447444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Specific Emergencies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Recognize and plan for emergencies that are more tailored to our field-testing and our plans for the research.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solidFill>
                  <a:srgbClr val="000000"/>
                </a:solidFill>
              </a:rPr>
              <a:t>Specific emergency planning for our technologies that might fail while out in the field.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solidFill>
                  <a:srgbClr val="000000"/>
                </a:solidFill>
              </a:rPr>
              <a:t>Specific emergency planning for our team members and possible health concerns.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solidFill>
                  <a:srgbClr val="000000"/>
                </a:solidFill>
              </a:rPr>
              <a:t>Specific emergency planning for lack of food or water in case we run out.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CFCA9B-189F-536D-6E4D-069A8111C42D}"/>
              </a:ext>
            </a:extLst>
          </p:cNvPr>
          <p:cNvSpPr txBox="1"/>
          <p:nvPr/>
        </p:nvSpPr>
        <p:spPr>
          <a:xfrm>
            <a:off x="165614" y="1807959"/>
            <a:ext cx="29948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736A2E-D3DF-B69E-47FD-F639529DC02C}"/>
              </a:ext>
            </a:extLst>
          </p:cNvPr>
          <p:cNvSpPr txBox="1"/>
          <p:nvPr/>
        </p:nvSpPr>
        <p:spPr>
          <a:xfrm>
            <a:off x="162110" y="2908912"/>
            <a:ext cx="304678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How to Conduct and Document an Emergency Action Plan for our team while out in field-testing.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3A2D37-F06A-CFC4-B353-89BE0AE52027}"/>
              </a:ext>
            </a:extLst>
          </p:cNvPr>
          <p:cNvSpPr txBox="1"/>
          <p:nvPr/>
        </p:nvSpPr>
        <p:spPr>
          <a:xfrm>
            <a:off x="3633304" y="712304"/>
            <a:ext cx="3699566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Corbel"/>
                <a:ea typeface="Arial"/>
                <a:cs typeface="Arial"/>
              </a:rPr>
              <a:t>Emergency Awareness</a:t>
            </a:r>
            <a:endParaRPr lang="en-US" sz="1800" b="1" dirty="0">
              <a:latin typeface="Corbel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latin typeface="Corbel"/>
                <a:ea typeface="Arial"/>
                <a:cs typeface="Arial"/>
              </a:rPr>
              <a:t>We must recognize the basic emergencies that might occur while out in-field and write procedures for each emergency.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latin typeface="Corbel"/>
                <a:ea typeface="Arial"/>
                <a:cs typeface="Arial"/>
              </a:rPr>
              <a:t>Analyze basic steps for common emergencies or situations.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E63DA-B214-1AC3-31AD-74E13F60760C}"/>
              </a:ext>
            </a:extLst>
          </p:cNvPr>
          <p:cNvSpPr txBox="1"/>
          <p:nvPr/>
        </p:nvSpPr>
        <p:spPr>
          <a:xfrm>
            <a:off x="3633304" y="4199208"/>
            <a:ext cx="60960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Corbel"/>
                <a:ea typeface="Arial"/>
                <a:cs typeface="Arial"/>
              </a:rPr>
              <a:t>Planning the Emergency Action Plan</a:t>
            </a:r>
            <a:endParaRPr lang="en-US" sz="1800" b="1" dirty="0">
              <a:latin typeface="Corbel"/>
              <a:ea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Will require each member to participate, allows each person to acknowledge each rule.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Will need some sort of form to acknowledge our understanding and that we read the action plan.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Recommended to print it out or have a PDF ready for any situation.</a:t>
            </a:r>
          </a:p>
          <a:p>
            <a:pPr marL="285750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27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97BFA-1940-8F54-4F4C-AA7FD75A7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B0E1F2-1C40-F0DA-EF80-EEBDC23BD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593" y="1247405"/>
            <a:ext cx="3524129" cy="914751"/>
          </a:xfrm>
        </p:spPr>
        <p:txBody>
          <a:bodyPr>
            <a:normAutofit/>
          </a:bodyPr>
          <a:lstStyle/>
          <a:p>
            <a:pPr algn="ctr">
              <a:spcBef>
                <a:spcPts val="1200"/>
              </a:spcBef>
            </a:pPr>
            <a:r>
              <a:rPr lang="en-US" sz="2500" b="1" dirty="0">
                <a:solidFill>
                  <a:schemeClr val="tx1"/>
                </a:solidFill>
                <a:latin typeface="Century Gothic"/>
              </a:rPr>
              <a:t>Insurance &amp; Liability Considerations</a:t>
            </a:r>
          </a:p>
          <a:p>
            <a:pPr algn="ctr"/>
            <a:endParaRPr lang="en-US" sz="2500" dirty="0">
              <a:latin typeface="Century Gothic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1787B2-04C2-E5D5-505F-F26E0B0B0D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spcBef>
                <a:spcPts val="1200"/>
              </a:spcBef>
              <a:buNone/>
            </a:pPr>
            <a:endParaRPr lang="en-US" sz="2500" b="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9F1F32-5935-2111-B950-CDDAFB25104C}"/>
              </a:ext>
            </a:extLst>
          </p:cNvPr>
          <p:cNvSpPr txBox="1"/>
          <p:nvPr/>
        </p:nvSpPr>
        <p:spPr>
          <a:xfrm>
            <a:off x="7337460" y="715189"/>
            <a:ext cx="4474447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Personal Health Insurance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Each member may be required to have personal health coverage in case of emergency situations involving emergency search and rescue, allergy medication, emergency medical transport, etc.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Each member may also be required to sign liability forms with White Sands as well, depending on our location, our equipment, etc.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88CA6A-1DB3-72BC-0A1F-042F1B2D3329}"/>
              </a:ext>
            </a:extLst>
          </p:cNvPr>
          <p:cNvSpPr txBox="1"/>
          <p:nvPr/>
        </p:nvSpPr>
        <p:spPr>
          <a:xfrm>
            <a:off x="165614" y="1807959"/>
            <a:ext cx="29948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9BD1EE-0782-CFB9-6CDF-909033E9F8C6}"/>
              </a:ext>
            </a:extLst>
          </p:cNvPr>
          <p:cNvSpPr txBox="1"/>
          <p:nvPr/>
        </p:nvSpPr>
        <p:spPr>
          <a:xfrm>
            <a:off x="162110" y="2908912"/>
            <a:ext cx="304678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 basic overview of what the team is expected to have insured and what liability there is in this project.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9380CB-B32C-05E8-00CE-FCEB545944B1}"/>
              </a:ext>
            </a:extLst>
          </p:cNvPr>
          <p:cNvSpPr txBox="1"/>
          <p:nvPr/>
        </p:nvSpPr>
        <p:spPr>
          <a:xfrm>
            <a:off x="3633304" y="712304"/>
            <a:ext cx="369956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Corbel"/>
                <a:ea typeface="Arial"/>
                <a:cs typeface="Arial"/>
              </a:rPr>
              <a:t>Waiver of Liability</a:t>
            </a:r>
            <a:endParaRPr lang="en-US" sz="1800" b="1" dirty="0">
              <a:latin typeface="Corbel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latin typeface="Corbel"/>
                <a:ea typeface="Arial"/>
                <a:cs typeface="Arial"/>
              </a:rPr>
              <a:t>After talking with NMSU IRB, we may need to come up and sign a liability waiver.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latin typeface="Corbel"/>
                <a:ea typeface="Arial"/>
                <a:cs typeface="Arial"/>
              </a:rPr>
              <a:t>Covers assumption of risk for each individual and the research conducted.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latin typeface="Corbel"/>
                <a:ea typeface="Arial"/>
                <a:cs typeface="Arial"/>
              </a:rPr>
              <a:t>Covers legal liability that makes us liable instead of institution, White Sands, NASA.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6F92F-99B4-3D43-2CF5-D6F9E3658DC4}"/>
              </a:ext>
            </a:extLst>
          </p:cNvPr>
          <p:cNvSpPr txBox="1"/>
          <p:nvPr/>
        </p:nvSpPr>
        <p:spPr>
          <a:xfrm>
            <a:off x="3633304" y="4128653"/>
            <a:ext cx="8043333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Corbel"/>
                <a:ea typeface="Arial"/>
                <a:cs typeface="Arial"/>
              </a:rPr>
              <a:t>Equipment Insurance and Borrowed Items</a:t>
            </a:r>
            <a:endParaRPr lang="en-US" sz="1800" b="1" dirty="0">
              <a:latin typeface="Corbel"/>
              <a:ea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If we end up borrowing items from any organization or company, we will need to sign some forms and ensure everyone understands what items belong to who.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Personal items used in this project may require to be insured due to the desert environment and the multi-day aspect of our field-testing. Items may be damaged, used for long periods of time, and endure any change we make to the items.</a:t>
            </a:r>
          </a:p>
          <a:p>
            <a:pPr marL="285750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11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0BE9BA4-4768-2282-D041-F0B14AF22752}"/>
              </a:ext>
            </a:extLst>
          </p:cNvPr>
          <p:cNvSpPr/>
          <p:nvPr/>
        </p:nvSpPr>
        <p:spPr>
          <a:xfrm>
            <a:off x="234570" y="422297"/>
            <a:ext cx="3753932" cy="6017332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entury Gothic"/>
              </a:rPr>
              <a:t>Equipment Specifications</a:t>
            </a:r>
          </a:p>
          <a:p>
            <a:pPr algn="ctr"/>
            <a:endParaRPr lang="en-US" sz="2500" b="1" dirty="0">
              <a:solidFill>
                <a:schemeClr val="tx1"/>
              </a:solidFill>
              <a:latin typeface="Century Gothic"/>
            </a:endParaRPr>
          </a:p>
          <a:p>
            <a:pPr marL="342900" indent="-34290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Corbel"/>
              </a:rPr>
              <a:t>We need to research and plan out cost of equipment and materials used for our research project.</a:t>
            </a:r>
          </a:p>
          <a:p>
            <a:endParaRPr lang="en-US" dirty="0">
              <a:solidFill>
                <a:schemeClr val="tx1"/>
              </a:solidFill>
              <a:latin typeface="Corbel"/>
            </a:endParaRPr>
          </a:p>
          <a:p>
            <a:pPr marL="342900" indent="-34290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Corbel"/>
              </a:rPr>
              <a:t>Need to ensure each person/group has the required medical, food, shelter, and personal care items required to conduct multi-day field testing.</a:t>
            </a:r>
          </a:p>
          <a:p>
            <a:pPr marL="342900" indent="-342900"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Corbel"/>
            </a:endParaRPr>
          </a:p>
          <a:p>
            <a:pPr marL="342900" indent="-34290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Corbel"/>
              </a:rPr>
              <a:t>Need to decide on communications equipment soon and figure out licensing/purchasing equipment.</a:t>
            </a:r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5726F8-F821-0D55-5184-CB898B837964}"/>
              </a:ext>
            </a:extLst>
          </p:cNvPr>
          <p:cNvSpPr/>
          <p:nvPr/>
        </p:nvSpPr>
        <p:spPr>
          <a:xfrm>
            <a:off x="4221266" y="422297"/>
            <a:ext cx="3753932" cy="6017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latin typeface="Century Gothic"/>
            </a:endParaRPr>
          </a:p>
          <a:p>
            <a:pPr algn="ctr"/>
            <a:endParaRPr lang="en-US" sz="2000" b="1" dirty="0">
              <a:solidFill>
                <a:schemeClr val="tx1"/>
              </a:solidFill>
              <a:latin typeface="Century Gothic"/>
            </a:endParaRPr>
          </a:p>
          <a:p>
            <a:pPr algn="ctr"/>
            <a:endParaRPr lang="en-US" sz="2000" b="1" dirty="0">
              <a:solidFill>
                <a:schemeClr val="tx1"/>
              </a:solidFill>
              <a:latin typeface="Century Gothic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entury Gothic"/>
              </a:rPr>
              <a:t>Research Permits/Permissions</a:t>
            </a:r>
            <a:endParaRPr lang="en-US">
              <a:solidFill>
                <a:schemeClr val="tx1"/>
              </a:solidFill>
            </a:endParaRPr>
          </a:p>
          <a:p>
            <a:pPr algn="ctr"/>
            <a:endParaRPr lang="en-US" sz="2000" b="1" dirty="0">
              <a:solidFill>
                <a:schemeClr val="tx1"/>
              </a:solidFill>
              <a:latin typeface="Century Gothic"/>
              <a:ea typeface="Calibri"/>
              <a:cs typeface="Arial"/>
            </a:endParaRPr>
          </a:p>
          <a:p>
            <a:pPr marL="342900" indent="-342900" algn="ctr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Corbel"/>
                <a:ea typeface="Calibri"/>
                <a:cs typeface="Arial"/>
              </a:rPr>
              <a:t>To obtain permits with White Sands, we must have already written most of the research, and have a fully planned proposal, then contact the research coordinator.</a:t>
            </a:r>
          </a:p>
          <a:p>
            <a:pPr marL="342900" indent="-342900" algn="ctr"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Corbel"/>
              <a:ea typeface="Calibri"/>
              <a:cs typeface="Arial"/>
            </a:endParaRPr>
          </a:p>
          <a:p>
            <a:pPr marL="342900" indent="-342900" algn="ctr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Corbel"/>
                <a:ea typeface="Calibri"/>
                <a:cs typeface="Arial"/>
              </a:rPr>
              <a:t>To acquire any land permits, we will need to talk to the owner of the land, for White Sands we call their office directly.</a:t>
            </a:r>
          </a:p>
          <a:p>
            <a:pPr marL="342900" indent="-342900" algn="ctr"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Corbel"/>
              <a:ea typeface="Calibri"/>
              <a:cs typeface="Arial"/>
            </a:endParaRPr>
          </a:p>
          <a:p>
            <a:pPr marL="342900" indent="-342900" algn="ctr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Corbel"/>
                <a:ea typeface="Calibri"/>
                <a:cs typeface="Arial"/>
              </a:rPr>
              <a:t>To acquire the IRB Permission, we submit a proposal online and contact the NMSU Office of Research and Integrity for instruction.</a:t>
            </a:r>
          </a:p>
          <a:p>
            <a:pPr marL="342900" indent="-342900"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Century Gothic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chemeClr val="tx1"/>
              </a:solidFill>
              <a:latin typeface="Century Gothic"/>
            </a:endParaRPr>
          </a:p>
          <a:p>
            <a:pPr algn="ctr"/>
            <a:endParaRPr lang="en-US" dirty="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FE3FF8-FD4C-D2F6-D5AF-6923154B2540}"/>
              </a:ext>
            </a:extLst>
          </p:cNvPr>
          <p:cNvSpPr/>
          <p:nvPr/>
        </p:nvSpPr>
        <p:spPr>
          <a:xfrm>
            <a:off x="8196917" y="422297"/>
            <a:ext cx="3753932" cy="6017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entury Gothic"/>
              </a:rPr>
              <a:t>Insurance and Liability</a:t>
            </a:r>
          </a:p>
          <a:p>
            <a:pPr algn="ctr"/>
            <a:endParaRPr lang="en-US" sz="2500" dirty="0">
              <a:solidFill>
                <a:srgbClr val="000000"/>
              </a:solidFill>
              <a:latin typeface="Century Gothic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dirty="0">
                <a:solidFill>
                  <a:schemeClr val="tx1"/>
                </a:solidFill>
              </a:rPr>
              <a:t>Someone needs to take charge of recording insurance information and making sure we sign liability forms with NMSU and wherever we decide for our location.</a:t>
            </a:r>
          </a:p>
          <a:p>
            <a:pPr marL="342900" indent="-342900">
              <a:buFont typeface="Arial,Sans-Serif"/>
              <a:buChar char="•"/>
            </a:pPr>
            <a:endParaRPr lang="en-US" dirty="0">
              <a:solidFill>
                <a:schemeClr val="tx1"/>
              </a:solidFill>
              <a:latin typeface="Corbel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dirty="0">
                <a:solidFill>
                  <a:schemeClr val="tx1"/>
                </a:solidFill>
                <a:latin typeface="Corbel"/>
              </a:rPr>
              <a:t>Equipment and any other field items will need to be recorded and itemized with the proper forms and waivers.</a:t>
            </a:r>
          </a:p>
          <a:p>
            <a:pPr marL="342900" indent="-342900">
              <a:buFont typeface="Arial,Sans-Serif"/>
              <a:buChar char="•"/>
            </a:pPr>
            <a:endParaRPr lang="en-US" dirty="0">
              <a:solidFill>
                <a:schemeClr val="tx1"/>
              </a:solidFill>
              <a:latin typeface="Corbel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dirty="0">
                <a:solidFill>
                  <a:schemeClr val="tx1"/>
                </a:solidFill>
                <a:latin typeface="Corbel"/>
              </a:rPr>
              <a:t>More information will be needed to properly record and document all liability and insurance.</a:t>
            </a:r>
          </a:p>
          <a:p>
            <a:pPr marL="342900" indent="-342900">
              <a:buFont typeface="Arial,Sans-Serif"/>
              <a:buChar char="•"/>
            </a:pPr>
            <a:endParaRPr lang="en-US" dirty="0">
              <a:solidFill>
                <a:srgbClr val="000000"/>
              </a:solidFill>
              <a:latin typeface="Corbel"/>
            </a:endParaRPr>
          </a:p>
          <a:p>
            <a:pPr marL="342900" indent="-342900">
              <a:buFont typeface="Arial,Sans-Serif"/>
              <a:buChar char="•"/>
            </a:pPr>
            <a:endParaRPr lang="en-US" sz="2000" dirty="0">
              <a:solidFill>
                <a:srgbClr val="000000"/>
              </a:solidFill>
              <a:latin typeface="Century Gothic"/>
            </a:endParaRPr>
          </a:p>
          <a:p>
            <a:pPr algn="ctr"/>
            <a:endParaRPr lang="en-US" dirty="0">
              <a:solidFill>
                <a:srgbClr val="FFFFFF"/>
              </a:solidFill>
              <a:latin typeface="Corbel" panose="020B050302020402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B87936-1042-B0C6-6565-92896BEECDE5}"/>
              </a:ext>
            </a:extLst>
          </p:cNvPr>
          <p:cNvSpPr txBox="1"/>
          <p:nvPr/>
        </p:nvSpPr>
        <p:spPr>
          <a:xfrm>
            <a:off x="2815449" y="0"/>
            <a:ext cx="601733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500" b="1" dirty="0">
                <a:latin typeface="Century Gothic"/>
              </a:rPr>
              <a:t>Key Takeaways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60587292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51C8CC54CABF469BD7DEFD0DCA6E05" ma:contentTypeVersion="3" ma:contentTypeDescription="Create a new document." ma:contentTypeScope="" ma:versionID="bb0421e50c1c63c0a9dc64bc7ab2d93a">
  <xsd:schema xmlns:xsd="http://www.w3.org/2001/XMLSchema" xmlns:xs="http://www.w3.org/2001/XMLSchema" xmlns:p="http://schemas.microsoft.com/office/2006/metadata/properties" xmlns:ns2="c6fd1fd1-c55d-486c-91d4-4b3db1ef3c19" targetNamespace="http://schemas.microsoft.com/office/2006/metadata/properties" ma:root="true" ma:fieldsID="80a63a2c5927b797fee3bf95fce76a0f" ns2:_="">
    <xsd:import namespace="c6fd1fd1-c55d-486c-91d4-4b3db1ef3c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fd1fd1-c55d-486c-91d4-4b3db1ef3c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15D1D50-5D66-4F0F-BB17-75143B8A1D90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EBF1215-4918-4B01-A316-B64198C24396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c6fd1fd1-c55d-486c-91d4-4b3db1ef3c19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117D99-F290-42E8-9AE9-3B56C0C538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Frame</vt:lpstr>
      <vt:lpstr>Required Equipment </vt:lpstr>
      <vt:lpstr>Required Permits &amp; Permissions </vt:lpstr>
      <vt:lpstr>Emergency Action Plan </vt:lpstr>
      <vt:lpstr>Insurance &amp; Liability Considerations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Ryqir Haden</cp:lastModifiedBy>
  <cp:revision>419</cp:revision>
  <dcterms:created xsi:type="dcterms:W3CDTF">2025-10-30T02:31:50Z</dcterms:created>
  <dcterms:modified xsi:type="dcterms:W3CDTF">2025-10-30T23:18:02Z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0x0101003551C8CC54CABF469BD7DEFD0DCA6E05</vt:lpwstr>
  </property>
</Properties>
</file>